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395448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4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5.png"/><Relationship Id="rId4" Type="http://schemas.openxmlformats.org/officeDocument/2006/relationships/image" Target="../media/image6.png"/><Relationship Id="rId9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3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11" Type="http://schemas.openxmlformats.org/officeDocument/2006/relationships/image" Target="../media/image18.png"/><Relationship Id="rId5" Type="http://schemas.openxmlformats.org/officeDocument/2006/relationships/image" Target="../media/image13.png"/><Relationship Id="rId10" Type="http://schemas.openxmlformats.org/officeDocument/2006/relationships/image" Target="../media/image17.png"/><Relationship Id="rId4" Type="http://schemas.openxmlformats.org/officeDocument/2006/relationships/image" Target="../media/image2.png"/><Relationship Id="rId9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03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UST GLOBAL SDET PROGRAMME · WEEK 6 · GATE 6 PRE-CAPSTONE REVIEW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77240" y="2514600"/>
            <a:ext cx="10241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ShopKart Automation Framework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352044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Testing Automation Capstone — UI, API, Database, CI/CD &amp; Reporting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4709160"/>
            <a:ext cx="1188720" cy="384048"/>
          </a:xfrm>
          <a:prstGeom prst="roundRect">
            <a:avLst>
              <a:gd name="adj" fmla="val 14286"/>
            </a:avLst>
          </a:prstGeom>
          <a:solidFill>
            <a:srgbClr val="24316E"/>
          </a:solidFill>
          <a:ln w="1270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822960" y="470916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21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157984" y="4709160"/>
            <a:ext cx="1371600" cy="384048"/>
          </a:xfrm>
          <a:prstGeom prst="roundRect">
            <a:avLst>
              <a:gd name="adj" fmla="val 14286"/>
            </a:avLst>
          </a:prstGeom>
          <a:solidFill>
            <a:srgbClr val="24316E"/>
          </a:solidFill>
          <a:ln w="1270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2157984" y="470916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Gradle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75888" y="4709160"/>
            <a:ext cx="1188720" cy="384048"/>
          </a:xfrm>
          <a:prstGeom prst="roundRect">
            <a:avLst>
              <a:gd name="adj" fmla="val 14286"/>
            </a:avLst>
          </a:prstGeom>
          <a:solidFill>
            <a:srgbClr val="24316E"/>
          </a:solidFill>
          <a:ln w="1270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3675888" y="470916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Cucumber 7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10912" y="4709160"/>
            <a:ext cx="1097280" cy="384048"/>
          </a:xfrm>
          <a:prstGeom prst="roundRect">
            <a:avLst>
              <a:gd name="adj" fmla="val 14286"/>
            </a:avLst>
          </a:prstGeom>
          <a:solidFill>
            <a:srgbClr val="24316E"/>
          </a:solidFill>
          <a:ln w="1270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5010912" y="470916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Selenide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54496" y="4709160"/>
            <a:ext cx="1188720" cy="384048"/>
          </a:xfrm>
          <a:prstGeom prst="roundRect">
            <a:avLst>
              <a:gd name="adj" fmla="val 14286"/>
            </a:avLst>
          </a:prstGeom>
          <a:solidFill>
            <a:srgbClr val="24316E"/>
          </a:solidFill>
          <a:ln w="1270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254496" y="470916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Assured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589520" y="4709160"/>
            <a:ext cx="1188720" cy="384048"/>
          </a:xfrm>
          <a:prstGeom prst="roundRect">
            <a:avLst>
              <a:gd name="adj" fmla="val 14286"/>
            </a:avLst>
          </a:prstGeom>
          <a:solidFill>
            <a:srgbClr val="24316E"/>
          </a:solidFill>
          <a:ln w="1270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7589520" y="470916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924544" y="4709160"/>
            <a:ext cx="1097280" cy="384048"/>
          </a:xfrm>
          <a:prstGeom prst="roundRect">
            <a:avLst>
              <a:gd name="adj" fmla="val 14286"/>
            </a:avLst>
          </a:prstGeom>
          <a:solidFill>
            <a:srgbClr val="24316E"/>
          </a:solidFill>
          <a:ln w="1270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8924544" y="470916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0168128" y="4709160"/>
            <a:ext cx="1737360" cy="384048"/>
          </a:xfrm>
          <a:prstGeom prst="roundRect">
            <a:avLst>
              <a:gd name="adj" fmla="val 14286"/>
            </a:avLst>
          </a:prstGeom>
          <a:solidFill>
            <a:srgbClr val="24316E"/>
          </a:solidFill>
          <a:ln w="1270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10168128" y="470916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Allure 2.x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22960" y="6126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C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Testing Trainer Review  |  10-Minute Technical Demo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22960" y="640080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github.com/Hemanth6559/week6gate6.git</a:t>
            </a:r>
            <a:endParaRPr lang="en-US" sz="1100" dirty="0"/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601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pre-capstone gate sets out to prove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10891520" cy="1417320"/>
          </a:xfrm>
          <a:prstGeom prst="roundRect">
            <a:avLst>
              <a:gd name="adj" fmla="val 5161"/>
            </a:avLst>
          </a:prstGeom>
          <a:solidFill>
            <a:srgbClr val="F4F7F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Image 0" descr="icons/gitbranch_1E276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80594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1673352"/>
            <a:ext cx="32095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50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the checkout flow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463040" y="2176272"/>
            <a:ext cx="32095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→ search → add to cart → checkout → PLACED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57200" y="3063240"/>
            <a:ext cx="10972800" cy="1417320"/>
          </a:xfrm>
          <a:prstGeom prst="roundRect">
            <a:avLst>
              <a:gd name="adj" fmla="val 5161"/>
            </a:avLst>
          </a:prstGeom>
          <a:solidFill>
            <a:srgbClr val="F4F7F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9" name="Image 1" descr="icons/layers_1E276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451860"/>
            <a:ext cx="640080" cy="6400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63040" y="3319272"/>
            <a:ext cx="32095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50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every layer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1463040" y="382219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UI, API and Database each verify the same order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457200" y="4709160"/>
            <a:ext cx="10972800" cy="1417320"/>
          </a:xfrm>
          <a:prstGeom prst="roundRect">
            <a:avLst>
              <a:gd name="adj" fmla="val 5161"/>
            </a:avLst>
          </a:prstGeom>
          <a:solidFill>
            <a:srgbClr val="F4F7F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3" name="Image 2" descr="icons/barchart_1E276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5097780"/>
            <a:ext cx="640080" cy="6400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63040" y="4965192"/>
            <a:ext cx="32095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50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and protect secrets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1463040" y="5468112"/>
            <a:ext cx="32095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Allure history, categories &amp; redacted attachments</a:t>
            </a:r>
            <a:endParaRPr lang="en-US" sz="1050" dirty="0"/>
          </a:p>
        </p:txBody>
      </p:sp>
      <p:sp>
        <p:nvSpPr>
          <p:cNvPr id="20" name="Text 14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github.com/Hemanth6559/week6gate6.git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601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Framework Overview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simple, layered architecture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4398264" cy="658368"/>
          </a:xfrm>
          <a:prstGeom prst="roundRect">
            <a:avLst>
              <a:gd name="adj" fmla="val 9722"/>
            </a:avLst>
          </a:prstGeom>
          <a:solidFill>
            <a:srgbClr val="F4F7FC"/>
          </a:solidFill>
          <a:ln w="15875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" name="Image 0" descr="icons/file_1E276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1527048"/>
            <a:ext cx="438912" cy="4389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1417320"/>
            <a:ext cx="35295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Files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2075688"/>
            <a:ext cx="43982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57200" y="2221992"/>
            <a:ext cx="4398264" cy="658368"/>
          </a:xfrm>
          <a:prstGeom prst="roundRect">
            <a:avLst>
              <a:gd name="adj" fmla="val 9722"/>
            </a:avLst>
          </a:prstGeom>
          <a:solidFill>
            <a:srgbClr val="F4F7FC"/>
          </a:solidFill>
          <a:ln w="15875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9" name="Image 1" descr="icons/play_1E276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" y="2331720"/>
            <a:ext cx="438912" cy="43891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88720" y="2221992"/>
            <a:ext cx="35295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Definitions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457200" y="2880360"/>
            <a:ext cx="43982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457200" y="3026664"/>
            <a:ext cx="4398264" cy="658368"/>
          </a:xfrm>
          <a:prstGeom prst="roundRect">
            <a:avLst>
              <a:gd name="adj" fmla="val 9722"/>
            </a:avLst>
          </a:prstGeom>
          <a:solidFill>
            <a:srgbClr val="F4F7FC"/>
          </a:solidFill>
          <a:ln w="15875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3" name="Image 2" descr="icons/layers_1E276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" y="3136392"/>
            <a:ext cx="438912" cy="43891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88720" y="3026664"/>
            <a:ext cx="35295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 |  API  |  Database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457200" y="3685032"/>
            <a:ext cx="43982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457200" y="3831336"/>
            <a:ext cx="4398264" cy="658368"/>
          </a:xfrm>
          <a:prstGeom prst="roundRect">
            <a:avLst>
              <a:gd name="adj" fmla="val 9722"/>
            </a:avLst>
          </a:prstGeom>
          <a:solidFill>
            <a:srgbClr val="F4F7FC"/>
          </a:solidFill>
          <a:ln w="15875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7" name="Image 3" descr="icons/barchart_1E276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792" y="3941064"/>
            <a:ext cx="438912" cy="43891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188720" y="3831336"/>
            <a:ext cx="35295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Reports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457200" y="4489704"/>
            <a:ext cx="43982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457200" y="4636008"/>
            <a:ext cx="4398264" cy="658368"/>
          </a:xfrm>
          <a:prstGeom prst="roundRect">
            <a:avLst>
              <a:gd name="adj" fmla="val 9722"/>
            </a:avLst>
          </a:prstGeom>
          <a:solidFill>
            <a:srgbClr val="F4F7FC"/>
          </a:solidFill>
          <a:ln w="15875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1" name="Image 4" descr="icons/github_1E276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1792" y="4745736"/>
            <a:ext cx="438912" cy="438912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188720" y="4636008"/>
            <a:ext cx="35295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Pipeline</a:t>
            </a:r>
            <a:endParaRPr lang="en-US" sz="1300" dirty="0"/>
          </a:p>
        </p:txBody>
      </p:sp>
      <p:sp>
        <p:nvSpPr>
          <p:cNvPr id="23" name="Text 16"/>
          <p:cNvSpPr/>
          <p:nvPr/>
        </p:nvSpPr>
        <p:spPr>
          <a:xfrm>
            <a:off x="457200" y="5294376"/>
            <a:ext cx="43982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300" dirty="0"/>
          </a:p>
        </p:txBody>
      </p:sp>
      <p:sp>
        <p:nvSpPr>
          <p:cNvPr id="24" name="Shape 17"/>
          <p:cNvSpPr/>
          <p:nvPr/>
        </p:nvSpPr>
        <p:spPr>
          <a:xfrm>
            <a:off x="457200" y="5440680"/>
            <a:ext cx="4398264" cy="658368"/>
          </a:xfrm>
          <a:prstGeom prst="roundRect">
            <a:avLst>
              <a:gd name="adj" fmla="val 9722"/>
            </a:avLst>
          </a:prstGeom>
          <a:solidFill>
            <a:srgbClr val="F4F7FC"/>
          </a:solidFill>
          <a:ln w="15875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5" name="Image 5" descr="icons/cloud_1E2761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1792" y="5550408"/>
            <a:ext cx="438912" cy="438912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1188720" y="5440680"/>
            <a:ext cx="35295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Report</a:t>
            </a:r>
            <a:endParaRPr lang="en-US" sz="1300" dirty="0"/>
          </a:p>
        </p:txBody>
      </p:sp>
      <p:sp>
        <p:nvSpPr>
          <p:cNvPr id="31" name="Text 22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github.com/Hemanth6559/week6gate6.git</a:t>
            </a:r>
            <a:endParaRPr lang="en-US" sz="1000" dirty="0"/>
          </a:p>
        </p:txBody>
      </p:sp>
      <p:sp>
        <p:nvSpPr>
          <p:cNvPr id="32" name="Text 23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601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Coverage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six scenarios and the layers each one proves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4398264" cy="45720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94360" y="14173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788920" y="1417320"/>
            <a:ext cx="688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477768" y="1417320"/>
            <a:ext cx="688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66616" y="1417320"/>
            <a:ext cx="688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1874520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search</a:t>
            </a:r>
            <a:endParaRPr lang="en-US" sz="1200" dirty="0"/>
          </a:p>
        </p:txBody>
      </p:sp>
      <p:pic>
        <p:nvPicPr>
          <p:cNvPr id="10" name="Image 0" descr="icons/check_4A6FA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7040" y="2057400"/>
            <a:ext cx="292608" cy="292608"/>
          </a:xfrm>
          <a:prstGeom prst="rect">
            <a:avLst/>
          </a:prstGeom>
        </p:spPr>
      </p:pic>
      <p:pic>
        <p:nvPicPr>
          <p:cNvPr id="11" name="Image 1" descr="icons/check_4A6FA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5888" y="2057400"/>
            <a:ext cx="292608" cy="292608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447032" y="2139696"/>
            <a:ext cx="128016" cy="128016"/>
          </a:xfrm>
          <a:prstGeom prst="ellipse">
            <a:avLst/>
          </a:prstGeom>
          <a:solidFill>
            <a:srgbClr val="D6DEE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9"/>
          <p:cNvSpPr/>
          <p:nvPr/>
        </p:nvSpPr>
        <p:spPr>
          <a:xfrm>
            <a:off x="457200" y="2532888"/>
            <a:ext cx="4398264" cy="658368"/>
          </a:xfrm>
          <a:prstGeom prst="rect">
            <a:avLst/>
          </a:prstGeom>
          <a:solidFill>
            <a:srgbClr val="F4F7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0"/>
          <p:cNvSpPr/>
          <p:nvPr/>
        </p:nvSpPr>
        <p:spPr>
          <a:xfrm>
            <a:off x="594360" y="2532888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 totals</a:t>
            </a:r>
            <a:endParaRPr lang="en-US" sz="1200" dirty="0"/>
          </a:p>
        </p:txBody>
      </p:sp>
      <p:sp>
        <p:nvSpPr>
          <p:cNvPr id="42" name="Shape 42"/>
          <p:cNvSpPr/>
          <p:nvPr/>
        </p:nvSpPr>
        <p:spPr>
          <a:xfrm>
            <a:off x="3069336" y="2798064"/>
            <a:ext cx="128016" cy="128016"/>
          </a:xfrm>
          <a:prstGeom prst="ellipse">
            <a:avLst/>
          </a:prstGeom>
          <a:solidFill>
            <a:srgbClr val="D6DEE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6" name="Image 3" descr="icons/check_4A6FA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5888" y="2715768"/>
            <a:ext cx="292608" cy="292608"/>
          </a:xfrm>
          <a:prstGeom prst="rect">
            <a:avLst/>
          </a:prstGeom>
        </p:spPr>
      </p:pic>
      <p:pic>
        <p:nvPicPr>
          <p:cNvPr id="17" name="Image 4" descr="icons/check_4A6FA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4736" y="2715768"/>
            <a:ext cx="292608" cy="292608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594360" y="3191256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 E2E</a:t>
            </a:r>
            <a:endParaRPr lang="en-US" sz="1200" dirty="0"/>
          </a:p>
        </p:txBody>
      </p:sp>
      <p:pic>
        <p:nvPicPr>
          <p:cNvPr id="19" name="Image 5" descr="icons/check_4A6FA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7040" y="3374136"/>
            <a:ext cx="292608" cy="292608"/>
          </a:xfrm>
          <a:prstGeom prst="rect">
            <a:avLst/>
          </a:prstGeom>
        </p:spPr>
      </p:pic>
      <p:pic>
        <p:nvPicPr>
          <p:cNvPr id="20" name="Image 6" descr="icons/check_4A6FA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5888" y="3374136"/>
            <a:ext cx="292608" cy="292608"/>
          </a:xfrm>
          <a:prstGeom prst="rect">
            <a:avLst/>
          </a:prstGeom>
        </p:spPr>
      </p:pic>
      <p:pic>
        <p:nvPicPr>
          <p:cNvPr id="21" name="Image 7" descr="icons/check_4A6FA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4736" y="3374136"/>
            <a:ext cx="292608" cy="292608"/>
          </a:xfrm>
          <a:prstGeom prst="rect">
            <a:avLst/>
          </a:prstGeom>
        </p:spPr>
      </p:pic>
      <p:sp>
        <p:nvSpPr>
          <p:cNvPr id="22" name="Shape 12"/>
          <p:cNvSpPr/>
          <p:nvPr/>
        </p:nvSpPr>
        <p:spPr>
          <a:xfrm>
            <a:off x="457200" y="3849624"/>
            <a:ext cx="4398264" cy="658368"/>
          </a:xfrm>
          <a:prstGeom prst="rect">
            <a:avLst/>
          </a:prstGeom>
          <a:solidFill>
            <a:srgbClr val="F4F7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13"/>
          <p:cNvSpPr/>
          <p:nvPr/>
        </p:nvSpPr>
        <p:spPr>
          <a:xfrm>
            <a:off x="594360" y="3849624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access</a:t>
            </a:r>
            <a:endParaRPr lang="en-US" sz="1200" dirty="0"/>
          </a:p>
        </p:txBody>
      </p:sp>
      <p:sp>
        <p:nvSpPr>
          <p:cNvPr id="24" name="Shape 14"/>
          <p:cNvSpPr/>
          <p:nvPr/>
        </p:nvSpPr>
        <p:spPr>
          <a:xfrm>
            <a:off x="3069336" y="4114800"/>
            <a:ext cx="128016" cy="128016"/>
          </a:xfrm>
          <a:prstGeom prst="ellipse">
            <a:avLst/>
          </a:prstGeom>
          <a:solidFill>
            <a:srgbClr val="D6DEE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5" name="Image 8" descr="icons/check_4A6FA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5888" y="4032504"/>
            <a:ext cx="292608" cy="292608"/>
          </a:xfrm>
          <a:prstGeom prst="rect">
            <a:avLst/>
          </a:prstGeom>
        </p:spPr>
      </p:pic>
      <p:sp>
        <p:nvSpPr>
          <p:cNvPr id="43" name="Shape 43"/>
          <p:cNvSpPr/>
          <p:nvPr/>
        </p:nvSpPr>
        <p:spPr>
          <a:xfrm>
            <a:off x="4447032" y="4114800"/>
            <a:ext cx="128016" cy="128016"/>
          </a:xfrm>
          <a:prstGeom prst="ellipse">
            <a:avLst/>
          </a:prstGeom>
          <a:solidFill>
            <a:srgbClr val="D6DEE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15"/>
          <p:cNvSpPr/>
          <p:nvPr/>
        </p:nvSpPr>
        <p:spPr>
          <a:xfrm>
            <a:off x="594360" y="4507992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 rules</a:t>
            </a:r>
            <a:endParaRPr lang="en-US" sz="1200" dirty="0"/>
          </a:p>
        </p:txBody>
      </p:sp>
      <p:sp>
        <p:nvSpPr>
          <p:cNvPr id="44" name="Shape 44"/>
          <p:cNvSpPr/>
          <p:nvPr/>
        </p:nvSpPr>
        <p:spPr>
          <a:xfrm>
            <a:off x="3069336" y="4773168"/>
            <a:ext cx="128016" cy="128016"/>
          </a:xfrm>
          <a:prstGeom prst="ellipse">
            <a:avLst/>
          </a:prstGeom>
          <a:solidFill>
            <a:srgbClr val="D6DEE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9" name="Image 11" descr="icons/check_4A6FA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5888" y="4690872"/>
            <a:ext cx="292608" cy="292608"/>
          </a:xfrm>
          <a:prstGeom prst="rect">
            <a:avLst/>
          </a:prstGeom>
        </p:spPr>
      </p:pic>
      <p:pic>
        <p:nvPicPr>
          <p:cNvPr id="30" name="Image 12" descr="icons/check_4A6FA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4736" y="4690872"/>
            <a:ext cx="292608" cy="292608"/>
          </a:xfrm>
          <a:prstGeom prst="rect">
            <a:avLst/>
          </a:prstGeom>
        </p:spPr>
      </p:pic>
      <p:sp>
        <p:nvSpPr>
          <p:cNvPr id="31" name="Shape 16"/>
          <p:cNvSpPr/>
          <p:nvPr/>
        </p:nvSpPr>
        <p:spPr>
          <a:xfrm>
            <a:off x="457200" y="5166360"/>
            <a:ext cx="4398264" cy="658368"/>
          </a:xfrm>
          <a:prstGeom prst="rect">
            <a:avLst/>
          </a:prstGeom>
          <a:solidFill>
            <a:srgbClr val="F4F7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17"/>
          <p:cNvSpPr/>
          <p:nvPr/>
        </p:nvSpPr>
        <p:spPr>
          <a:xfrm>
            <a:off x="594360" y="5166360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stock</a:t>
            </a:r>
            <a:endParaRPr lang="en-US" sz="1200" dirty="0"/>
          </a:p>
        </p:txBody>
      </p:sp>
      <p:sp>
        <p:nvSpPr>
          <p:cNvPr id="45" name="Shape 45"/>
          <p:cNvSpPr/>
          <p:nvPr/>
        </p:nvSpPr>
        <p:spPr>
          <a:xfrm>
            <a:off x="3069336" y="5431536"/>
            <a:ext cx="128016" cy="128016"/>
          </a:xfrm>
          <a:prstGeom prst="ellipse">
            <a:avLst/>
          </a:prstGeom>
          <a:solidFill>
            <a:srgbClr val="D6DEE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6" name="Image 46" descr="icons/check_4A6FA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5888" y="5349240"/>
            <a:ext cx="292608" cy="292608"/>
          </a:xfrm>
          <a:prstGeom prst="rect">
            <a:avLst/>
          </a:prstGeom>
        </p:spPr>
      </p:pic>
      <p:sp>
        <p:nvSpPr>
          <p:cNvPr id="47" name="Shape 47"/>
          <p:cNvSpPr/>
          <p:nvPr/>
        </p:nvSpPr>
        <p:spPr>
          <a:xfrm>
            <a:off x="4447032" y="5431536"/>
            <a:ext cx="128016" cy="128016"/>
          </a:xfrm>
          <a:prstGeom prst="ellipse">
            <a:avLst/>
          </a:prstGeom>
          <a:solidFill>
            <a:srgbClr val="D6DEE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0" name="Text 22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github.com/Hemanth6559/week6gate6.git</a:t>
            </a:r>
            <a:endParaRPr lang="en-US" sz="1000" dirty="0"/>
          </a:p>
        </p:txBody>
      </p:sp>
      <p:sp>
        <p:nvSpPr>
          <p:cNvPr id="41" name="Text 23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601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 Execution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the suite on a developer machine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500116" cy="502920"/>
          </a:xfrm>
          <a:prstGeom prst="roundRect">
            <a:avLst>
              <a:gd name="adj" fmla="val 10909"/>
            </a:avLst>
          </a:prstGeom>
          <a:solidFill>
            <a:srgbClr val="F4F7F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Image 0" descr="icons/play_1E276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476756"/>
            <a:ext cx="292608" cy="2926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05840" y="1371600"/>
            <a:ext cx="48143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./gradlew test spins up Testcontainers Postgres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231636" y="1371600"/>
            <a:ext cx="5500116" cy="502920"/>
          </a:xfrm>
          <a:prstGeom prst="roundRect">
            <a:avLst>
              <a:gd name="adj" fmla="val 10909"/>
            </a:avLst>
          </a:prstGeom>
          <a:solidFill>
            <a:srgbClr val="F4F7F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8" name="Image 1" descr="icons/tag_1E276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8796" y="1476756"/>
            <a:ext cx="292608" cy="29260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780276" y="1371600"/>
            <a:ext cx="48143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Cucumber tags: @smoke @api @db @negative @security</a:t>
            </a:r>
            <a:endParaRPr lang="en-US" sz="1300" dirty="0"/>
          </a:p>
        </p:txBody>
      </p:sp>
      <p:pic>
        <p:nvPicPr>
          <p:cNvPr id="11" name="Image 2" descr="icons/image_4A6FA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33542" y="2803185"/>
            <a:ext cx="321869" cy="321869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40080" y="315724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Execution Screenshot</a:t>
            </a:r>
            <a:endParaRPr lang="en-US" sz="1300" dirty="0"/>
          </a:p>
        </p:txBody>
      </p:sp>
      <p:sp>
        <p:nvSpPr>
          <p:cNvPr id="13" name="Text 8"/>
          <p:cNvSpPr/>
          <p:nvPr/>
        </p:nvSpPr>
        <p:spPr>
          <a:xfrm>
            <a:off x="640080" y="3504712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screenshot here</a:t>
            </a:r>
            <a:endParaRPr lang="en-US" sz="1000" dirty="0"/>
          </a:p>
        </p:txBody>
      </p:sp>
      <p:pic>
        <p:nvPicPr>
          <p:cNvPr id="15" name="Image 3" descr="icons/image_4A6FA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33542" y="5043465"/>
            <a:ext cx="321869" cy="321869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40080" y="539752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Application Screenshot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640080" y="5744992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screenshot here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github.com/Hemanth6559/week6gate6.git</a:t>
            </a:r>
            <a:endParaRPr lang="en-US" sz="1000" dirty="0"/>
          </a:p>
        </p:txBody>
      </p:sp>
      <p:sp>
        <p:nvSpPr>
          <p:cNvPr id="19" name="Text 13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C015AB3D-9F86-362A-7602-57F96C69280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9956" y="2057273"/>
            <a:ext cx="11321796" cy="4216791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601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CI/CD Pipeline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push triggers a fully automated cycle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4398264" cy="777240"/>
          </a:xfrm>
          <a:prstGeom prst="roundRect">
            <a:avLst>
              <a:gd name="adj" fmla="val 8235"/>
            </a:avLst>
          </a:prstGeom>
          <a:solidFill>
            <a:srgbClr val="F4F7FC"/>
          </a:solidFill>
          <a:ln w="15875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" name="Image 0" descr="icons/gitbranch_1E276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568196"/>
            <a:ext cx="475488" cy="4754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1417320"/>
            <a:ext cx="34381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Push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2194560"/>
            <a:ext cx="43982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57200" y="2377440"/>
            <a:ext cx="4398264" cy="777240"/>
          </a:xfrm>
          <a:prstGeom prst="roundRect">
            <a:avLst>
              <a:gd name="adj" fmla="val 8235"/>
            </a:avLst>
          </a:prstGeom>
          <a:solidFill>
            <a:srgbClr val="F4F7FC"/>
          </a:solidFill>
          <a:ln w="15875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9" name="Image 1" descr="icons/github_1E276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2528316"/>
            <a:ext cx="475488" cy="47548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80160" y="2377440"/>
            <a:ext cx="34381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Trigger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457200" y="3154680"/>
            <a:ext cx="43982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457200" y="3337560"/>
            <a:ext cx="4398264" cy="777240"/>
          </a:xfrm>
          <a:prstGeom prst="roundRect">
            <a:avLst>
              <a:gd name="adj" fmla="val 8235"/>
            </a:avLst>
          </a:prstGeom>
          <a:solidFill>
            <a:srgbClr val="F4F7FC"/>
          </a:solidFill>
          <a:ln w="15875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3" name="Image 2" descr="icons/play_1E276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488436"/>
            <a:ext cx="475488" cy="47548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80160" y="3337560"/>
            <a:ext cx="34381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Tests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457200" y="4114800"/>
            <a:ext cx="43982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457200" y="4297680"/>
            <a:ext cx="4398264" cy="777240"/>
          </a:xfrm>
          <a:prstGeom prst="roundRect">
            <a:avLst>
              <a:gd name="adj" fmla="val 8235"/>
            </a:avLst>
          </a:prstGeom>
          <a:solidFill>
            <a:srgbClr val="F4F7FC"/>
          </a:solidFill>
          <a:ln w="15875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7" name="Image 3" descr="icons/barchart_1E276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4448556"/>
            <a:ext cx="475488" cy="47548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280160" y="4297680"/>
            <a:ext cx="34381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Report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457200" y="5074920"/>
            <a:ext cx="43982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20" name="Shape 14"/>
          <p:cNvSpPr/>
          <p:nvPr/>
        </p:nvSpPr>
        <p:spPr>
          <a:xfrm>
            <a:off x="457200" y="5257800"/>
            <a:ext cx="4398264" cy="777240"/>
          </a:xfrm>
          <a:prstGeom prst="roundRect">
            <a:avLst>
              <a:gd name="adj" fmla="val 8235"/>
            </a:avLst>
          </a:prstGeom>
          <a:solidFill>
            <a:srgbClr val="1E2761"/>
          </a:solidFill>
          <a:ln w="15875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1" name="Image 4" descr="icons/cloud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" y="5408676"/>
            <a:ext cx="475488" cy="475488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280160" y="5257800"/>
            <a:ext cx="34381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Report</a:t>
            </a:r>
            <a:endParaRPr lang="en-US" sz="1400" dirty="0"/>
          </a:p>
        </p:txBody>
      </p:sp>
      <p:sp>
        <p:nvSpPr>
          <p:cNvPr id="23" name="Shape 16"/>
          <p:cNvSpPr/>
          <p:nvPr/>
        </p:nvSpPr>
        <p:spPr>
          <a:xfrm>
            <a:off x="5129784" y="1417320"/>
            <a:ext cx="6601968" cy="4754880"/>
          </a:xfrm>
          <a:prstGeom prst="roundRect">
            <a:avLst>
              <a:gd name="adj" fmla="val 1346"/>
            </a:avLst>
          </a:prstGeom>
          <a:solidFill>
            <a:srgbClr val="EAF0FA"/>
          </a:solidFill>
          <a:ln w="19050">
            <a:solidFill>
              <a:srgbClr val="4A6FA5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pic>
        <p:nvPicPr>
          <p:cNvPr id="24" name="Image 5" descr="icons/image_4A6FA5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50378" y="3072018"/>
            <a:ext cx="760781" cy="760781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5312664" y="3908877"/>
            <a:ext cx="6236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Pipeline Screenshot</a:t>
            </a:r>
            <a:endParaRPr lang="en-US" sz="1300" dirty="0"/>
          </a:p>
        </p:txBody>
      </p:sp>
      <p:sp>
        <p:nvSpPr>
          <p:cNvPr id="26" name="Text 18"/>
          <p:cNvSpPr/>
          <p:nvPr/>
        </p:nvSpPr>
        <p:spPr>
          <a:xfrm>
            <a:off x="5312664" y="4256349"/>
            <a:ext cx="6236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screenshot here</a:t>
            </a:r>
            <a:endParaRPr lang="en-US" sz="1000" dirty="0"/>
          </a:p>
        </p:txBody>
      </p:sp>
      <p:sp>
        <p:nvSpPr>
          <p:cNvPr id="27" name="Text 19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github.com/Hemanth6559/week6gate6.git</a:t>
            </a:r>
            <a:endParaRPr lang="en-US" sz="1000" dirty="0"/>
          </a:p>
        </p:txBody>
      </p:sp>
      <p:sp>
        <p:nvSpPr>
          <p:cNvPr id="28" name="Text 20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C8EFF377-1F93-EF71-4CA5-EE1ED2571B1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47631" y="1737360"/>
            <a:ext cx="6584121" cy="41148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601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dashboard, four views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54046" cy="457200"/>
          </a:xfrm>
          <a:prstGeom prst="roundRect">
            <a:avLst>
              <a:gd name="adj" fmla="val 12000"/>
            </a:avLst>
          </a:prstGeom>
          <a:solidFill>
            <a:srgbClr val="F4F7F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Image 0" descr="icons/barchart_1E276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472184"/>
            <a:ext cx="256032" cy="2560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96112" y="1371600"/>
            <a:ext cx="21054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reporting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3330702" y="1371600"/>
            <a:ext cx="2654046" cy="457200"/>
          </a:xfrm>
          <a:prstGeom prst="roundRect">
            <a:avLst>
              <a:gd name="adj" fmla="val 12000"/>
            </a:avLst>
          </a:prstGeom>
          <a:solidFill>
            <a:srgbClr val="F4F7F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8" name="Image 1" descr="icons/layers_1E276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0430" y="1472184"/>
            <a:ext cx="256032" cy="25603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769614" y="1371600"/>
            <a:ext cx="21054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categorization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6204204" y="1371600"/>
            <a:ext cx="2654046" cy="457200"/>
          </a:xfrm>
          <a:prstGeom prst="roundRect">
            <a:avLst>
              <a:gd name="adj" fmla="val 12000"/>
            </a:avLst>
          </a:prstGeom>
          <a:solidFill>
            <a:srgbClr val="F4F7F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1" name="Image 2" descr="icons/clock_1E276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13932" y="1472184"/>
            <a:ext cx="256032" cy="25603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643116" y="1371600"/>
            <a:ext cx="21054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trends</a:t>
            </a:r>
            <a:endParaRPr lang="en-US" sz="1050" dirty="0"/>
          </a:p>
        </p:txBody>
      </p:sp>
      <p:sp>
        <p:nvSpPr>
          <p:cNvPr id="13" name="Shape 8"/>
          <p:cNvSpPr/>
          <p:nvPr/>
        </p:nvSpPr>
        <p:spPr>
          <a:xfrm>
            <a:off x="9077706" y="1371600"/>
            <a:ext cx="2654046" cy="457200"/>
          </a:xfrm>
          <a:prstGeom prst="roundRect">
            <a:avLst>
              <a:gd name="adj" fmla="val 12000"/>
            </a:avLst>
          </a:prstGeom>
          <a:solidFill>
            <a:srgbClr val="F4F7F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4" name="Image 3" descr="icons/globe_1E276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87434" y="1472184"/>
            <a:ext cx="256032" cy="25603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9516618" y="1371600"/>
            <a:ext cx="21054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details</a:t>
            </a:r>
            <a:endParaRPr lang="en-US" sz="1050" dirty="0"/>
          </a:p>
        </p:txBody>
      </p:sp>
      <p:sp>
        <p:nvSpPr>
          <p:cNvPr id="16" name="Shape 10"/>
          <p:cNvSpPr/>
          <p:nvPr/>
        </p:nvSpPr>
        <p:spPr>
          <a:xfrm>
            <a:off x="457200" y="2057400"/>
            <a:ext cx="5500116" cy="2034540"/>
          </a:xfrm>
          <a:prstGeom prst="roundRect">
            <a:avLst>
              <a:gd name="adj" fmla="val 3146"/>
            </a:avLst>
          </a:prstGeom>
          <a:solidFill>
            <a:srgbClr val="EAF0FA"/>
          </a:solidFill>
          <a:ln w="19050">
            <a:solidFill>
              <a:srgbClr val="4A6FA5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pic>
        <p:nvPicPr>
          <p:cNvPr id="17" name="Image 4" descr="icons/image_4A6FA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44495" y="2765420"/>
            <a:ext cx="325526" cy="325526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640080" y="3123499"/>
            <a:ext cx="51343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Screenshot</a:t>
            </a:r>
            <a:endParaRPr lang="en-US" sz="1300" dirty="0"/>
          </a:p>
        </p:txBody>
      </p:sp>
      <p:sp>
        <p:nvSpPr>
          <p:cNvPr id="19" name="Text 12"/>
          <p:cNvSpPr/>
          <p:nvPr/>
        </p:nvSpPr>
        <p:spPr>
          <a:xfrm>
            <a:off x="640080" y="3470971"/>
            <a:ext cx="51343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screenshot here</a:t>
            </a:r>
            <a:endParaRPr lang="en-US" sz="1000" dirty="0"/>
          </a:p>
        </p:txBody>
      </p:sp>
      <p:sp>
        <p:nvSpPr>
          <p:cNvPr id="20" name="Shape 13"/>
          <p:cNvSpPr/>
          <p:nvPr/>
        </p:nvSpPr>
        <p:spPr>
          <a:xfrm>
            <a:off x="6231636" y="2057400"/>
            <a:ext cx="5500116" cy="2034540"/>
          </a:xfrm>
          <a:prstGeom prst="roundRect">
            <a:avLst>
              <a:gd name="adj" fmla="val 3146"/>
            </a:avLst>
          </a:prstGeom>
          <a:solidFill>
            <a:srgbClr val="EAF0FA"/>
          </a:solidFill>
          <a:ln w="19050">
            <a:solidFill>
              <a:srgbClr val="4A6FA5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pic>
        <p:nvPicPr>
          <p:cNvPr id="21" name="Image 5" descr="icons/image_4A6FA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18931" y="2765420"/>
            <a:ext cx="325526" cy="325526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6414516" y="3123499"/>
            <a:ext cx="51343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 Screenshot</a:t>
            </a:r>
            <a:endParaRPr lang="en-US" sz="1300" dirty="0"/>
          </a:p>
        </p:txBody>
      </p:sp>
      <p:sp>
        <p:nvSpPr>
          <p:cNvPr id="23" name="Text 15"/>
          <p:cNvSpPr/>
          <p:nvPr/>
        </p:nvSpPr>
        <p:spPr>
          <a:xfrm>
            <a:off x="6414516" y="3470971"/>
            <a:ext cx="51343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screenshot here</a:t>
            </a:r>
            <a:endParaRPr lang="en-US" sz="1000" dirty="0"/>
          </a:p>
        </p:txBody>
      </p:sp>
      <p:sp>
        <p:nvSpPr>
          <p:cNvPr id="24" name="Shape 16"/>
          <p:cNvSpPr/>
          <p:nvPr/>
        </p:nvSpPr>
        <p:spPr>
          <a:xfrm>
            <a:off x="457200" y="4366260"/>
            <a:ext cx="5500116" cy="2034540"/>
          </a:xfrm>
          <a:prstGeom prst="roundRect">
            <a:avLst>
              <a:gd name="adj" fmla="val 3146"/>
            </a:avLst>
          </a:prstGeom>
          <a:solidFill>
            <a:srgbClr val="EAF0FA"/>
          </a:solidFill>
          <a:ln w="19050">
            <a:solidFill>
              <a:srgbClr val="4A6FA5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pic>
        <p:nvPicPr>
          <p:cNvPr id="25" name="Image 6" descr="icons/image_4A6FA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44495" y="5074280"/>
            <a:ext cx="325526" cy="325526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640080" y="5432359"/>
            <a:ext cx="51343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/ Trend Screenshot</a:t>
            </a:r>
            <a:endParaRPr lang="en-US" sz="1300" dirty="0"/>
          </a:p>
        </p:txBody>
      </p:sp>
      <p:sp>
        <p:nvSpPr>
          <p:cNvPr id="27" name="Text 18"/>
          <p:cNvSpPr/>
          <p:nvPr/>
        </p:nvSpPr>
        <p:spPr>
          <a:xfrm>
            <a:off x="640080" y="5779831"/>
            <a:ext cx="51343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screenshot here</a:t>
            </a:r>
            <a:endParaRPr lang="en-US" sz="1000" dirty="0"/>
          </a:p>
        </p:txBody>
      </p:sp>
      <p:sp>
        <p:nvSpPr>
          <p:cNvPr id="28" name="Shape 19"/>
          <p:cNvSpPr/>
          <p:nvPr/>
        </p:nvSpPr>
        <p:spPr>
          <a:xfrm>
            <a:off x="6231636" y="4366260"/>
            <a:ext cx="5500116" cy="2034540"/>
          </a:xfrm>
          <a:prstGeom prst="roundRect">
            <a:avLst>
              <a:gd name="adj" fmla="val 3146"/>
            </a:avLst>
          </a:prstGeom>
          <a:solidFill>
            <a:srgbClr val="EAF0FA"/>
          </a:solidFill>
          <a:ln w="19050">
            <a:solidFill>
              <a:srgbClr val="4A6FA5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pic>
        <p:nvPicPr>
          <p:cNvPr id="29" name="Image 7" descr="icons/image_4A6FA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18931" y="5074280"/>
            <a:ext cx="325526" cy="325526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6414516" y="5432359"/>
            <a:ext cx="51343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Screenshot</a:t>
            </a:r>
            <a:endParaRPr lang="en-US" sz="1300" dirty="0"/>
          </a:p>
        </p:txBody>
      </p:sp>
      <p:sp>
        <p:nvSpPr>
          <p:cNvPr id="31" name="Text 21"/>
          <p:cNvSpPr/>
          <p:nvPr/>
        </p:nvSpPr>
        <p:spPr>
          <a:xfrm>
            <a:off x="6414516" y="5779831"/>
            <a:ext cx="51343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screenshot here</a:t>
            </a:r>
            <a:endParaRPr lang="en-US" sz="1000" dirty="0"/>
          </a:p>
        </p:txBody>
      </p:sp>
      <p:sp>
        <p:nvSpPr>
          <p:cNvPr id="32" name="Text 22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github.com/Hemanth6559/week6gate6.git</a:t>
            </a:r>
            <a:endParaRPr lang="en-US" sz="1000" dirty="0"/>
          </a:p>
        </p:txBody>
      </p:sp>
      <p:sp>
        <p:nvSpPr>
          <p:cNvPr id="33" name="Text 23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0D046343-8C4D-708E-8A15-E4643E53E1A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2513" y="1990070"/>
            <a:ext cx="4777465" cy="2266858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33645BD9-7156-FBD4-7702-AA2008A1358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65875" y="2180651"/>
            <a:ext cx="5282997" cy="1722010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1303B5A5-1B37-90BC-3985-F9187E33105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76238" y="4289481"/>
            <a:ext cx="3650560" cy="2221214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B3FC087D-2623-AE23-D430-DED59788621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58400" y="4265676"/>
            <a:ext cx="4897945" cy="2171968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601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Gate 6 evidence is in place</a:t>
            </a:r>
            <a:endParaRPr lang="en-US" sz="1250" dirty="0"/>
          </a:p>
        </p:txBody>
      </p:sp>
      <p:pic>
        <p:nvPicPr>
          <p:cNvPr id="4" name="Image 0" descr="icons/check_4A6FA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508760"/>
            <a:ext cx="347472" cy="3474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0120" y="1417320"/>
            <a:ext cx="38953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Automation</a:t>
            </a:r>
            <a:endParaRPr lang="en-US" sz="1500" dirty="0"/>
          </a:p>
        </p:txBody>
      </p:sp>
      <p:pic>
        <p:nvPicPr>
          <p:cNvPr id="6" name="Image 1" descr="icons/check_4A6FA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130552"/>
            <a:ext cx="347472" cy="34747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60120" y="2039112"/>
            <a:ext cx="38953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Automation</a:t>
            </a:r>
            <a:endParaRPr lang="en-US" sz="1500" dirty="0"/>
          </a:p>
        </p:txBody>
      </p:sp>
      <p:pic>
        <p:nvPicPr>
          <p:cNvPr id="8" name="Image 2" descr="icons/check_4A6FA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752344"/>
            <a:ext cx="347472" cy="347472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960120" y="2660904"/>
            <a:ext cx="38953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Validation</a:t>
            </a:r>
            <a:endParaRPr lang="en-US" sz="1500" dirty="0"/>
          </a:p>
        </p:txBody>
      </p:sp>
      <p:pic>
        <p:nvPicPr>
          <p:cNvPr id="10" name="Image 3" descr="icons/check_4A6FA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374136"/>
            <a:ext cx="347472" cy="34747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60120" y="3282696"/>
            <a:ext cx="38953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Validation</a:t>
            </a:r>
            <a:endParaRPr lang="en-US" sz="1500" dirty="0"/>
          </a:p>
        </p:txBody>
      </p:sp>
      <p:pic>
        <p:nvPicPr>
          <p:cNvPr id="12" name="Image 4" descr="icons/check_4A6FA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995928"/>
            <a:ext cx="347472" cy="347472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960120" y="3904488"/>
            <a:ext cx="38953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Integration</a:t>
            </a:r>
            <a:endParaRPr lang="en-US" sz="1500" dirty="0"/>
          </a:p>
        </p:txBody>
      </p:sp>
      <p:pic>
        <p:nvPicPr>
          <p:cNvPr id="14" name="Image 5" descr="icons/check_4A6FA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617720"/>
            <a:ext cx="347472" cy="347472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960120" y="4526280"/>
            <a:ext cx="38953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Reporting</a:t>
            </a:r>
            <a:endParaRPr lang="en-US" sz="1500" dirty="0"/>
          </a:p>
        </p:txBody>
      </p:sp>
      <p:sp>
        <p:nvSpPr>
          <p:cNvPr id="16" name="Shape 8"/>
          <p:cNvSpPr/>
          <p:nvPr/>
        </p:nvSpPr>
        <p:spPr>
          <a:xfrm>
            <a:off x="5129784" y="1417320"/>
            <a:ext cx="6601968" cy="3657600"/>
          </a:xfrm>
          <a:prstGeom prst="roundRect">
            <a:avLst>
              <a:gd name="adj" fmla="val 1750"/>
            </a:avLst>
          </a:prstGeom>
          <a:solidFill>
            <a:srgbClr val="EAF0FA"/>
          </a:solidFill>
          <a:ln w="19050">
            <a:solidFill>
              <a:srgbClr val="4A6FA5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pic>
        <p:nvPicPr>
          <p:cNvPr id="17" name="Image 6" descr="icons/image_4A6FA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60" y="2690165"/>
            <a:ext cx="585216" cy="585216"/>
          </a:xfrm>
          <a:prstGeom prst="rect">
            <a:avLst/>
          </a:prstGeom>
        </p:spPr>
      </p:pic>
      <p:sp>
        <p:nvSpPr>
          <p:cNvPr id="18" name="Text 9"/>
          <p:cNvSpPr/>
          <p:nvPr/>
        </p:nvSpPr>
        <p:spPr>
          <a:xfrm>
            <a:off x="5312664" y="3333902"/>
            <a:ext cx="6236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Report Screenshot</a:t>
            </a:r>
            <a:endParaRPr lang="en-US" sz="1300" dirty="0"/>
          </a:p>
        </p:txBody>
      </p:sp>
      <p:sp>
        <p:nvSpPr>
          <p:cNvPr id="19" name="Text 10"/>
          <p:cNvSpPr/>
          <p:nvPr/>
        </p:nvSpPr>
        <p:spPr>
          <a:xfrm>
            <a:off x="5312664" y="3681374"/>
            <a:ext cx="6236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screenshot here</a:t>
            </a:r>
            <a:endParaRPr lang="en-US" sz="1000" dirty="0"/>
          </a:p>
        </p:txBody>
      </p:sp>
      <p:sp>
        <p:nvSpPr>
          <p:cNvPr id="20" name="Shape 11"/>
          <p:cNvSpPr/>
          <p:nvPr/>
        </p:nvSpPr>
        <p:spPr>
          <a:xfrm>
            <a:off x="457200" y="5349240"/>
            <a:ext cx="11274552" cy="960120"/>
          </a:xfrm>
          <a:prstGeom prst="roundRect">
            <a:avLst>
              <a:gd name="adj" fmla="val 7619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2"/>
          <p:cNvSpPr/>
          <p:nvPr/>
        </p:nvSpPr>
        <p:spPr>
          <a:xfrm>
            <a:off x="822960" y="5349240"/>
            <a:ext cx="10515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gate-ready framework where one order is proven true across UI, API, and Database — with every secret redacted.</a:t>
            </a:r>
            <a:endParaRPr lang="en-US" sz="1500" dirty="0"/>
          </a:p>
        </p:txBody>
      </p:sp>
      <p:sp>
        <p:nvSpPr>
          <p:cNvPr id="22" name="Text 13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github.com/Hemanth6559/week6gate6.git</a:t>
            </a:r>
            <a:endParaRPr lang="en-US" sz="1000" dirty="0"/>
          </a:p>
        </p:txBody>
      </p:sp>
      <p:sp>
        <p:nvSpPr>
          <p:cNvPr id="23" name="Text 14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01B146E2-8D0D-9489-274B-F4038EBFB8F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67857" y="776956"/>
            <a:ext cx="7827903" cy="4298248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403</Words>
  <Application>Microsoft Office PowerPoint</Application>
  <PresentationFormat>Widescreen</PresentationFormat>
  <Paragraphs>114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Hemanth Venkata Reddy Tetali(UST,IN)</cp:lastModifiedBy>
  <cp:revision>3</cp:revision>
  <dcterms:created xsi:type="dcterms:W3CDTF">2026-07-12T11:06:23Z</dcterms:created>
  <dcterms:modified xsi:type="dcterms:W3CDTF">2026-07-12T12:13:02Z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5ffddfa-74ad-4c1f-9757-a38a11902f1c_Enabled">
    <vt:lpwstr>true</vt:lpwstr>
  </property>
  <property fmtid="{D5CDD505-2E9C-101B-9397-08002B2CF9AE}" pid="3" name="MSIP_Label_15ffddfa-74ad-4c1f-9757-a38a11902f1c_SetDate">
    <vt:lpwstr>2026-07-12T12:12:09Z</vt:lpwstr>
  </property>
  <property fmtid="{D5CDD505-2E9C-101B-9397-08002B2CF9AE}" pid="4" name="MSIP_Label_15ffddfa-74ad-4c1f-9757-a38a11902f1c_Method">
    <vt:lpwstr>Standard</vt:lpwstr>
  </property>
  <property fmtid="{D5CDD505-2E9C-101B-9397-08002B2CF9AE}" pid="5" name="MSIP_Label_15ffddfa-74ad-4c1f-9757-a38a11902f1c_Name">
    <vt:lpwstr>UST Internal</vt:lpwstr>
  </property>
  <property fmtid="{D5CDD505-2E9C-101B-9397-08002B2CF9AE}" pid="6" name="MSIP_Label_15ffddfa-74ad-4c1f-9757-a38a11902f1c_SiteId">
    <vt:lpwstr>a4431f4b-c207-4733-9530-34c08a9b2b8d</vt:lpwstr>
  </property>
  <property fmtid="{D5CDD505-2E9C-101B-9397-08002B2CF9AE}" pid="7" name="MSIP_Label_15ffddfa-74ad-4c1f-9757-a38a11902f1c_ActionId">
    <vt:lpwstr>083c34c1-591d-4869-bc2d-e3edab6f7665</vt:lpwstr>
  </property>
  <property fmtid="{D5CDD505-2E9C-101B-9397-08002B2CF9AE}" pid="8" name="MSIP_Label_15ffddfa-74ad-4c1f-9757-a38a11902f1c_ContentBits">
    <vt:lpwstr>0</vt:lpwstr>
  </property>
  <property fmtid="{D5CDD505-2E9C-101B-9397-08002B2CF9AE}" pid="9" name="MSIP_Label_15ffddfa-74ad-4c1f-9757-a38a11902f1c_Tag">
    <vt:lpwstr>10, 3, 0, 1</vt:lpwstr>
  </property>
</Properties>
</file>