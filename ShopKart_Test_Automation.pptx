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onishaUST/week6gate6.g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Project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Retail Application Testing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0F4A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86200"/>
            <a:ext cx="649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45336" y="3886200"/>
            <a:ext cx="539496" cy="384048"/>
          </a:xfrm>
          <a:prstGeom prst="roundRect">
            <a:avLst>
              <a:gd name="adj" fmla="val 50000"/>
            </a:avLst>
          </a:prstGeom>
          <a:solidFill>
            <a:srgbClr val="0F4A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45336" y="3886200"/>
            <a:ext cx="539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9424" y="3886200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0F4A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9424" y="3886200"/>
            <a:ext cx="649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63240" y="3886200"/>
            <a:ext cx="1197864" cy="384048"/>
          </a:xfrm>
          <a:prstGeom prst="roundRect">
            <a:avLst>
              <a:gd name="adj" fmla="val 50000"/>
            </a:avLst>
          </a:prstGeom>
          <a:solidFill>
            <a:srgbClr val="0F4A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3886200"/>
            <a:ext cx="1197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25696" y="388620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F4A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38862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58968" y="3886200"/>
            <a:ext cx="1307592" cy="384048"/>
          </a:xfrm>
          <a:prstGeom prst="roundRect">
            <a:avLst>
              <a:gd name="adj" fmla="val 50000"/>
            </a:avLst>
          </a:prstGeom>
          <a:solidFill>
            <a:srgbClr val="0F4A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58968" y="388620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   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   ShopKart Retail Automation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   Java | RestAssured | Selenide | Cucumber | MySQL | Allure | GitHub Actions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automation framework was built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1F7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to automate testing of the ShopKart retail application, validating it across every layer: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Execution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Goal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0574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ShopKart works correctly from customer action all the way to the backend API and database.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32004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Flow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365760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657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438912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43891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UI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4892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512064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5120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5623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0" y="585216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5852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Retail Application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 customer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products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to cart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cart totals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products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orders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orders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75120" y="173736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1F7F6"/>
          </a:solidFill>
          <a:ln/>
        </p:spPr>
      </p:sp>
      <p:sp>
        <p:nvSpPr>
          <p:cNvPr id="6" name="Text 4"/>
          <p:cNvSpPr/>
          <p:nvPr/>
        </p:nvSpPr>
        <p:spPr>
          <a:xfrm>
            <a:off x="6903720" y="1828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URL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292608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1F7F6"/>
          </a:solidFill>
          <a:ln/>
        </p:spPr>
      </p:sp>
      <p:sp>
        <p:nvSpPr>
          <p:cNvPr id="9" name="Text 7"/>
          <p:cNvSpPr/>
          <p:nvPr/>
        </p:nvSpPr>
        <p:spPr>
          <a:xfrm>
            <a:off x="6903720" y="3017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03720" y="3383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http://localhost:8080/api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41148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1F7F6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4206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http://localhost:8080/api-docs/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behind the framework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programming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and test execution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RestAssured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Selenide / Selenium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&amp; browser 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Cucumber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BDD scenarios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execution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migration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reporting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Framework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responsibility for easy maintenance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8056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" y="1764792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clients &amp; API tests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28416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/>
        </p:spPr>
      </p:sp>
      <p:sp>
        <p:nvSpPr>
          <p:cNvPr id="9" name="Shape 7"/>
          <p:cNvSpPr/>
          <p:nvPr/>
        </p:nvSpPr>
        <p:spPr>
          <a:xfrm>
            <a:off x="3511296" y="1764792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511296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11296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configuration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391656" y="1764792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391656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91656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Builders, DB support, secrets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89136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9272016" y="1764792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9272016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72016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 models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" y="3291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" y="3456432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" y="4114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components, locators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28416" y="3291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3511296" y="3456432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3511296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stepdefs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11296" y="4114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step definitions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08776" y="3291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391656" y="3456432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391656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91656" y="4114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&amp; shared context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089136" y="3291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7F6"/>
          </a:solidFill>
          <a:ln/>
        </p:spPr>
      </p:sp>
      <p:sp>
        <p:nvSpPr>
          <p:cNvPr id="33" name="Shape 31"/>
          <p:cNvSpPr/>
          <p:nvPr/>
        </p:nvSpPr>
        <p:spPr>
          <a:xfrm>
            <a:off x="9272016" y="3456432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9272016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272016" y="4114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runner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separates API, UI, database and BDD logic for easy maintenance.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Authentication, Product, Cart &amp; Order APIs using RestAssured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customer login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password returns 401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creation &amp; add product to cart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 validation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validation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 &amp; access security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cancellation rules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63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51176" y="210312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551176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51376" y="21031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79976" y="210312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379976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0176" y="21031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8776" y="210312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208776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BaseApiClient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08976" y="21031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37576" y="210312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037576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2880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clients hold the request logic; test classes hold the validations.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3832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1F7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520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Order Access Check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84048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OrderAccessApiTest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↓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OrderClient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↓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/orders/{orderId}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↓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HTTP 403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proof: .\gradlew apiTest → BUILD SUCCESSFUL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checkout flow automated with Selenide, using the Page Object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UI 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ShopKart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78024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780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900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product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021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142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26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38344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383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confirmation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196596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1F7F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9659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42316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1F7F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4231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288036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1F7F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8803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333756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1F7F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3337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12280" y="379476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1F7F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794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UI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43434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</a:t>
            </a:r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LoginPage, HomePage, CartPage, CheckoutPage, OrderPage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63640" y="4663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</a:t>
            </a:r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ProductCard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63640" y="49834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Locators: </a:t>
            </a:r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locator classes for Login, Home, Header, Cart, Checkout, Order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are separated from page logic to improve maintainability.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with Cucumber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scenarios written in plain, readable language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scenarios are structured using Given / When / Then, connecting readable requirements directly to automation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0515600" cy="2926080"/>
          </a:xfrm>
          <a:prstGeom prst="roundRect">
            <a:avLst>
              <a:gd name="adj" fmla="val 3125"/>
            </a:avLst>
          </a:prstGeom>
          <a:solidFill>
            <a:srgbClr val="0B3B3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A logged-in customer checks out a two-item cart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is logged in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 adds 2 x "SKU-BAG" to her cart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 completes checkout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order confirmation shows status "PLACED"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orders table has exactly one "PLACED" row for "alice"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Business Scenarios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scenarios covering the application end to end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and API consistency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Total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₹998 × 2 / 99800 paise validation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E2E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→ API → Database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Access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authorization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Rules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cancellation prevention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Stock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C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validation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validate core functionality.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validate error handling and security.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validate the complete application flow.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does not stop at the UI — it verifies the database too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places order (UI)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97480" y="192024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0" y="192024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1920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 displayed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192024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920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captured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78040" y="192024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60920" y="192024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1920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queried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18320" y="192024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0" y="192024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1920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row verified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created from the UI is verified directly against the database — confirming the full customer-to-backend journey works correctly.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194560" y="420624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0F4A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4389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Status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4663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194560" y="5257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rows = 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20624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0F4A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389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Status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663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00800" y="5257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rows = 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Testing &amp; Migration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data directly with JDBC, on a Flyway-managed schema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Validation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DatabaseHelper, PostgresSupport, OrderRepository and FlywaySupport. The application runs on MySQL; validation queries it directly via JDBC.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verification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verification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ownership verification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order row count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0B3B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480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 concept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orders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customers ON customers.id = orders.customer_id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order_id = ? AND status = ? AND persona = 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364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74136" y="201168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374136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65776" y="201168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48656" y="201168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248656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V1__schema.sql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0296" y="201168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23176" y="201168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123176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V2__seed.sql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697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tables, then inserts test customers and products.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200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1F7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3611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cart_items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3200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1F7F6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81160" y="3611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Alice, Bob, Carol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Carryall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Pen Set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50749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provides a repeatable database structure for every test execution.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&amp; Security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sure ShopKart fails safely and securely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0916" y="169164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1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45236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5236" y="2514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Access Security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5236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creates order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236" y="3584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5236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tries to access 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5236" y="43616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236" y="4754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403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1396" y="169164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1F7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85716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85716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85716" y="2514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Cancellation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85716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cancels order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85716" y="3584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85716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same order again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85716" y="43616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85716" y="4754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409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51876" y="169164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1F7F6"/>
          </a:solidFill>
          <a:ln/>
        </p:spPr>
      </p:sp>
      <p:sp>
        <p:nvSpPr>
          <p:cNvPr id="23" name="Shape 21"/>
          <p:cNvSpPr/>
          <p:nvPr/>
        </p:nvSpPr>
        <p:spPr>
          <a:xfrm>
            <a:off x="8426196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426196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26196" y="2514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Product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426196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adds SKU-CAP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26196" y="3584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26196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stock = 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26196" y="43616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26196" y="4754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409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clearly demonstrates negative testing across authorization, business rules, and inventory checks.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Test Execution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execution across test layers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0B3B3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.\gradlew apiTest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6916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API 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0B3B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04872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.\gradlew uiTest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240487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UI tests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0B3B3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1810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.\gradlew cucumberSmoke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311810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smoke scenarios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0B3B3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3133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.\gradlew cucumberNegative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383133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negative scenarios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0B3B3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4456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.\gradlew cucumberE2E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454456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end-to-end scenarios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949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.\gradlew reporting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53949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execution + report generation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tasks separate different testing layers and allow selective execution.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visual results for every test run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/ Failed / Skipped tests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duration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history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environment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details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1F7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8920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screenshots here: Allure Overview · Suites / Behaviors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Pipeline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214884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1488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26517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88036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8803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allure-results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33832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61188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6118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411480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43434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43434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5212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results are generated automatically during Gradle test execution.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GitHub Actions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execution on every push, defined in .github/workflows/ci.yml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8076" y="1920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F4A4E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" y="1993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5236" y="22128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repository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6996" y="1920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F4A4E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6724" y="1993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34156" y="22128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Java 22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5916" y="1920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F4A4E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5644" y="1993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3076" y="22128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Gradle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4836" y="19202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F4A4E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4564" y="1993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11996" y="22128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automation tests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" y="3154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F4A4E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" y="3227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" y="3447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Allure results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96996" y="3154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F4A4E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6724" y="3227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34156" y="3447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Allure history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85916" y="3154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F4A4E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5644" y="3227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3076" y="3447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Allure report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74836" y="3154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F4A4E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84564" y="3227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11996" y="3447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gh-pages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gh-pages branch stores the published Allure report and its history — tests and reports run automatically, with no manual execution needed from IntelliJ.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to add: successful GitHub Actions workflow · published Allure report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layer, passing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394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Checkout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Search BDD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45920"/>
          <a:ext cx="5394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Total BDD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Stock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566160" y="585216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0E8A4C"/>
          </a:solidFill>
          <a:ln/>
        </p:spPr>
      </p:sp>
      <p:sp>
        <p:nvSpPr>
          <p:cNvPr id="7" name="Text 3"/>
          <p:cNvSpPr/>
          <p:nvPr/>
        </p:nvSpPr>
        <p:spPr>
          <a:xfrm>
            <a:off x="3566160" y="58521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Result:  BUILD SUCCESSFUL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Automation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layer connects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9516" y="169164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99516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48556" y="169164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448556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97596" y="169164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197596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 Tests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9516" y="2359152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" y="23591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48556" y="2359152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448556" y="23591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RestAssured Tests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97596" y="2359152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197596" y="23591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(Cucumber)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" y="3026664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" y="302666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48556" y="3026664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448556" y="302666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Validation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97596" y="3026664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197596" y="302666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Results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9516" y="3694176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" y="369417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48556" y="3694176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448556" y="369417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validates ShopKart at multiple layers: UI actions via Selenide, APIs via RestAssured, business scenarios via Cucumber, and final order data via MySQL. Gradle drives execution, Allure builds the report, and GitHub Actions automates testing and publishing.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framework delivers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automation implemented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6479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764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169164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 using Page Object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42316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scenarios implemented using Cucumber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49631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242316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testing covered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2783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15468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authorization validated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22783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315468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API and database integrated in E2E testing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593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593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88620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reconciliation implemented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39593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9593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388620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 support added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6908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690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61772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test tasks configured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46908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4690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461772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reporting integrated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42239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422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534924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workflow configured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542239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5422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75120" y="534924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published via GitHub Pages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114800" cy="41148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ShopKart automation framework validates the application across UI, API, and database layers — covering positive, negative, and end-to-end business scenarios with reusable, maintainable components.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Gradle, Allure, and GitHub Actions provide automated execution, reporting, and continuous integration.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0F4A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8404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005840" y="41605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https://github.com/MonishaUST/week6gate6.git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Project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2026-07-12T11:58:32Z</dcterms:created>
  <dcterms:modified xsi:type="dcterms:W3CDTF">2026-07-12T11:58:32Z</dcterms:modified>
</cp:coreProperties>
</file>