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43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umika511/week6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COURSE / WEEK ]  CAPSTONE 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Automation 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Automation Capstone — UI, API, Database, CI/CD &amp; Reporting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[Language]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57984" y="470916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57984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[Build Tool]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75888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75888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[BDD Tool]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10912" y="470916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4709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Tool]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4496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[API Tool]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[Database]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24544" y="470916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24544" y="4709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 Tool]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68128" y="470916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24316E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68128" y="4709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[Reporting Tool]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 Trainer Review  |  10-Minute Technical Demo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400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hlinkClick r:id="rId3"/>
              </a:rPr>
              <a:t>Bhumika511/week6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capstone project sets out to prove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59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733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1]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21762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automate critical business flows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518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31927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2]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8221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validate UI + API + Database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barchart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977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9651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3]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546811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generate automated CI reports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129784" y="1417320"/>
            <a:ext cx="6601968" cy="4754880"/>
          </a:xfrm>
          <a:prstGeom prst="roundRect">
            <a:avLst>
              <a:gd name="adj" fmla="val 1346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image_4A6F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 Screenshot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github.com/your-username/your-repo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CF981B6-77F6-A1D8-6BF4-904997A67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784" y="1417320"/>
            <a:ext cx="6665975" cy="483717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layered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fil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270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75688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play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3317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2199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2880360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26664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layer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3639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2666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|  API  |  Database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3685032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831336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94106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8313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448970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636008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github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745736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63600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5294376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544068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icons/cloud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55040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544068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Report</a:t>
            </a:r>
            <a:endParaRPr lang="en-US" sz="1300" dirty="0"/>
          </a:p>
        </p:txBody>
      </p:sp>
      <p:pic>
        <p:nvPicPr>
          <p:cNvPr id="28" name="Image 6" descr="icons/image_4A6FA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Screenshot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528945E-AE42-4BBC-B110-0018585044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6901" y="1969506"/>
            <a:ext cx="4468617" cy="35021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each scenario and tick the layers it validates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7768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6616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200" dirty="0"/>
          </a:p>
        </p:txBody>
      </p:sp>
      <p:pic>
        <p:nvPicPr>
          <p:cNvPr id="10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057400"/>
            <a:ext cx="292608" cy="292608"/>
          </a:xfrm>
          <a:prstGeom prst="rect">
            <a:avLst/>
          </a:prstGeom>
        </p:spPr>
      </p:pic>
      <p:pic>
        <p:nvPicPr>
          <p:cNvPr id="11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05740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47032" y="213969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2532888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94360" y="25328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200" dirty="0"/>
          </a:p>
        </p:txBody>
      </p:sp>
      <p:pic>
        <p:nvPicPr>
          <p:cNvPr id="15" name="Image 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715768"/>
            <a:ext cx="292608" cy="292608"/>
          </a:xfrm>
          <a:prstGeom prst="rect">
            <a:avLst/>
          </a:prstGeom>
        </p:spPr>
      </p:pic>
      <p:pic>
        <p:nvPicPr>
          <p:cNvPr id="16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715768"/>
            <a:ext cx="292608" cy="292608"/>
          </a:xfrm>
          <a:prstGeom prst="rect">
            <a:avLst/>
          </a:prstGeom>
        </p:spPr>
      </p:pic>
      <p:pic>
        <p:nvPicPr>
          <p:cNvPr id="17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2715768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" y="31912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200" dirty="0"/>
          </a:p>
        </p:txBody>
      </p:sp>
      <p:pic>
        <p:nvPicPr>
          <p:cNvPr id="19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3374136"/>
            <a:ext cx="292608" cy="292608"/>
          </a:xfrm>
          <a:prstGeom prst="rect">
            <a:avLst/>
          </a:prstGeom>
        </p:spPr>
      </p:pic>
      <p:pic>
        <p:nvPicPr>
          <p:cNvPr id="20" name="Image 6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374136"/>
            <a:ext cx="292608" cy="292608"/>
          </a:xfrm>
          <a:prstGeom prst="rect">
            <a:avLst/>
          </a:prstGeom>
        </p:spPr>
      </p:pic>
      <p:pic>
        <p:nvPicPr>
          <p:cNvPr id="21" name="Image 7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3374136"/>
            <a:ext cx="292608" cy="292608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457200" y="3849624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3"/>
          <p:cNvSpPr/>
          <p:nvPr/>
        </p:nvSpPr>
        <p:spPr>
          <a:xfrm>
            <a:off x="594360" y="38496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3069336" y="4114800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8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032504"/>
            <a:ext cx="292608" cy="292608"/>
          </a:xfrm>
          <a:prstGeom prst="rect">
            <a:avLst/>
          </a:prstGeom>
        </p:spPr>
      </p:pic>
      <p:pic>
        <p:nvPicPr>
          <p:cNvPr id="26" name="Image 9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4032504"/>
            <a:ext cx="292608" cy="29260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94360" y="4507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</a:t>
            </a:r>
            <a:endParaRPr lang="en-US" sz="1200" dirty="0"/>
          </a:p>
        </p:txBody>
      </p:sp>
      <p:pic>
        <p:nvPicPr>
          <p:cNvPr id="28" name="Image 1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4690872"/>
            <a:ext cx="292608" cy="292608"/>
          </a:xfrm>
          <a:prstGeom prst="rect">
            <a:avLst/>
          </a:prstGeom>
        </p:spPr>
      </p:pic>
      <p:pic>
        <p:nvPicPr>
          <p:cNvPr id="29" name="Image 1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690872"/>
            <a:ext cx="292608" cy="292608"/>
          </a:xfrm>
          <a:prstGeom prst="rect">
            <a:avLst/>
          </a:prstGeom>
        </p:spPr>
      </p:pic>
      <p:pic>
        <p:nvPicPr>
          <p:cNvPr id="30" name="Image 1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4690872"/>
            <a:ext cx="292608" cy="292608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457200" y="5166360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7"/>
          <p:cNvSpPr/>
          <p:nvPr/>
        </p:nvSpPr>
        <p:spPr>
          <a:xfrm>
            <a:off x="594360" y="5166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</a:t>
            </a:r>
            <a:endParaRPr lang="en-US" sz="1200" dirty="0"/>
          </a:p>
        </p:txBody>
      </p:sp>
      <p:pic>
        <p:nvPicPr>
          <p:cNvPr id="33" name="Image 1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5349240"/>
            <a:ext cx="292608" cy="292608"/>
          </a:xfrm>
          <a:prstGeom prst="rect">
            <a:avLst/>
          </a:prstGeom>
        </p:spPr>
      </p:pic>
      <p:sp>
        <p:nvSpPr>
          <p:cNvPr id="34" name="Shape 18"/>
          <p:cNvSpPr/>
          <p:nvPr/>
        </p:nvSpPr>
        <p:spPr>
          <a:xfrm>
            <a:off x="3758184" y="543153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5349240"/>
            <a:ext cx="292608" cy="292608"/>
          </a:xfrm>
          <a:prstGeom prst="rect">
            <a:avLst/>
          </a:prstGeom>
        </p:spPr>
      </p:pic>
      <p:pic>
        <p:nvPicPr>
          <p:cNvPr id="37" name="Image 15" descr="icons/image_4A6F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Screenshot</a:t>
            </a:r>
            <a:endParaRPr lang="en-US" sz="1300" dirty="0"/>
          </a:p>
        </p:txBody>
      </p:sp>
      <p:sp>
        <p:nvSpPr>
          <p:cNvPr id="39" name="Text 21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40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1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7F39838-451F-6BDA-D40C-BFE14A531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1868689"/>
            <a:ext cx="5410955" cy="356284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suite on a developer machine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play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767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using your build tool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31636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tag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14767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0276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execution using tags / groups</a:t>
            </a:r>
            <a:endParaRPr lang="en-US" sz="1300" dirty="0"/>
          </a:p>
        </p:txBody>
      </p:sp>
      <p:pic>
        <p:nvPicPr>
          <p:cNvPr id="11" name="Image 2" descr="icons/image_4A6F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542" y="2803185"/>
            <a:ext cx="321869" cy="3218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3157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Excution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Screenshot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350471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15" name="Image 3" descr="icons/image_4A6F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542" y="5043465"/>
            <a:ext cx="321869" cy="3218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53975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Application Screenshot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57449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F14AE4-C860-AFDB-B3D1-F176F4C87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3322" y="2333732"/>
            <a:ext cx="5048955" cy="15524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46163A-7A74-C60F-34A4-CFB1C489C0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8656" y="4330745"/>
            <a:ext cx="5878286" cy="184238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a fully automated cycle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681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9456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github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283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7744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Trigger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315468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33756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play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8843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33756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411480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429768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4855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29768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7200" y="5074920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" y="5257800"/>
            <a:ext cx="4398264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40867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5257800"/>
            <a:ext cx="3438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</a:t>
            </a:r>
            <a:endParaRPr lang="en-US" sz="1400" dirty="0"/>
          </a:p>
        </p:txBody>
      </p:sp>
      <p:pic>
        <p:nvPicPr>
          <p:cNvPr id="24" name="Image 5" descr="icons/image_4A6F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Screenshot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BFF6F6C-BAA5-BFB0-573F-29BDD473D2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2664" y="1655064"/>
            <a:ext cx="6303948" cy="377122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four views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barchart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reporting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330702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30" y="14721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9614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categorization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04204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clock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932" y="1472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43116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077706" y="1371600"/>
            <a:ext cx="2654046" cy="457200"/>
          </a:xfrm>
          <a:prstGeom prst="roundRect">
            <a:avLst>
              <a:gd name="adj" fmla="val 12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s/glob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7434" y="147218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16618" y="1371600"/>
            <a:ext cx="2105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details</a:t>
            </a:r>
            <a:endParaRPr lang="en-US" sz="1050" dirty="0"/>
          </a:p>
        </p:txBody>
      </p:sp>
      <p:pic>
        <p:nvPicPr>
          <p:cNvPr id="17" name="Image 4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495" y="2765420"/>
            <a:ext cx="325526" cy="3255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0080" y="312349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Screenshot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40080" y="347097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21" name="Image 5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931" y="2765420"/>
            <a:ext cx="325526" cy="32552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14516" y="312349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Screenshot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414516" y="347097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25" name="Image 6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495" y="5074280"/>
            <a:ext cx="325526" cy="32552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0080" y="543235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 Trend Screenshot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40080" y="577983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29" name="Image 7" descr="icons/image_4A6F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931" y="5074280"/>
            <a:ext cx="325526" cy="32552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14516" y="5432359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Screenshot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6414516" y="5779831"/>
            <a:ext cx="5134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D5AFA96-AD66-ECAF-9812-A5EA9EBC8B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2202881"/>
            <a:ext cx="9571342" cy="420876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list below to match your project's achievements</a:t>
            </a:r>
            <a:endParaRPr lang="en-US" sz="1250" dirty="0"/>
          </a:p>
        </p:txBody>
      </p:sp>
      <p:pic>
        <p:nvPicPr>
          <p:cNvPr id="4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41732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500" dirty="0"/>
          </a:p>
        </p:txBody>
      </p:sp>
      <p:pic>
        <p:nvPicPr>
          <p:cNvPr id="6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55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039112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</a:t>
            </a:r>
            <a:endParaRPr lang="en-US" sz="1500" dirty="0"/>
          </a:p>
        </p:txBody>
      </p:sp>
      <p:pic>
        <p:nvPicPr>
          <p:cNvPr id="8" name="Image 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52344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660904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500" dirty="0"/>
          </a:p>
        </p:txBody>
      </p:sp>
      <p:pic>
        <p:nvPicPr>
          <p:cNvPr id="10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74136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3282696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500" dirty="0"/>
          </a:p>
        </p:txBody>
      </p:sp>
      <p:pic>
        <p:nvPicPr>
          <p:cNvPr id="12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95928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90448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500" dirty="0"/>
          </a:p>
        </p:txBody>
      </p:sp>
      <p:pic>
        <p:nvPicPr>
          <p:cNvPr id="14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17720"/>
            <a:ext cx="347472" cy="3474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452628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5129784" y="1417320"/>
            <a:ext cx="6601968" cy="3657600"/>
          </a:xfrm>
          <a:prstGeom prst="roundRect">
            <a:avLst>
              <a:gd name="adj" fmla="val 1750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icons/image_4A6F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690165"/>
            <a:ext cx="585216" cy="58521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12664" y="3333902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Screenshot</a:t>
            </a:r>
            <a:endParaRPr lang="en-US" sz="1300" dirty="0"/>
          </a:p>
        </p:txBody>
      </p:sp>
      <p:sp>
        <p:nvSpPr>
          <p:cNvPr id="19" name="Text 10"/>
          <p:cNvSpPr/>
          <p:nvPr/>
        </p:nvSpPr>
        <p:spPr>
          <a:xfrm>
            <a:off x="5312664" y="3681374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57200" y="53492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[Insert a one-line closing statement about what your framework demonstrates.]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6448805-1268-866B-4EE7-EAB13BB17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620" y="1086270"/>
            <a:ext cx="7240555" cy="40709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Bhumika Siripireddy(UST,IN)</cp:lastModifiedBy>
  <cp:revision>2</cp:revision>
  <dcterms:created xsi:type="dcterms:W3CDTF">2026-07-12T11:06:23Z</dcterms:created>
  <dcterms:modified xsi:type="dcterms:W3CDTF">2026-07-12T12:11:09Z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2026-07-12T12:11:09Z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09026d6e-cdea-4400-9d8d-bef2b005f978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