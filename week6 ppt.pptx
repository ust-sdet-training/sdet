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07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haithra-03/shopkart-gate6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784080" y="-1097280"/>
            <a:ext cx="4114800" cy="4114800"/>
          </a:xfrm>
          <a:prstGeom prst="roundRect">
            <a:avLst>
              <a:gd name="adj" fmla="val 7778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">
            <a:off x="10607040" y="-1737360"/>
            <a:ext cx="2926080" cy="2926080"/>
          </a:xfrm>
          <a:prstGeom prst="roundRect">
            <a:avLst>
              <a:gd name="adj" fmla="val 9375"/>
            </a:avLst>
          </a:prstGeom>
          <a:solidFill>
            <a:srgbClr val="24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6 / BENCHMARK 4 · PRE-CAPSTONE SUBMISSION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915400" y="1536192"/>
            <a:ext cx="91440" cy="91440"/>
          </a:xfrm>
          <a:prstGeom prst="ellipse">
            <a:avLst/>
          </a:prstGeom>
          <a:solidFill>
            <a:srgbClr val="4CD9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070848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F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REVIEW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SDET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deliverable: framework scaffold, dynamic-XPath locators, disciplined secret-data handling, and the six scenarios automated end to end.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141B49"/>
          </a:solidFill>
          <a:ln w="12700">
            <a:solidFill>
              <a:srgbClr val="5B6B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/home/claude/pptx_build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77900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4440" y="5623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63240" y="56235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https://github.com/chaithra-03/shopkart-gate6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Project-Team Reference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Being Submitted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each Gate 6 requirement, in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17830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9110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used to build the suite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73368" y="17830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9110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0" y="2313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— API, UI, 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" y="3090672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3218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62102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implemented in the repo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090672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73368" y="3090672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3218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0" y="362102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XPath, as coded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00200" y="4526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49286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results included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398264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73368" y="439826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32320" y="4526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Secrets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32320" y="49286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Builders, isolation, redaction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705856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1248" y="5705856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600200" y="5833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Demo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00200" y="6236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evidence + recording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705856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73368" y="5705856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32320" y="5833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Checklist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132320" y="6236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status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Implemented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 this submission is built and demoed against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13" y="20925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0020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22 (LTS)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2823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x_build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073" y="20925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Runner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22376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 · JUnit Platform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898648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04672" y="30632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x_build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13" y="320808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008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600200" y="3337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2898648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28232" y="30632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x_build/icons/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073" y="3208081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008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23760" y="3337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— dynamic XPath via $x()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014216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804672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pptx_build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513" y="4323649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123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Isolation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600200" y="4453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2 · PostgreSQL · Flyway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63640" y="4014216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428232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pptx_build/icons/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3073" y="4323649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123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223760" y="4453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(primary) · Maven (variant)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40080" y="5129784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804672" y="529437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/home/claude/pptx_build/icons/bar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513" y="5439217"/>
            <a:ext cx="313822" cy="31382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52395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600200" y="55686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— history, categories, executive view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Under Test — ShopKart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e-commerce checkout service: REST API + web UI, backed by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042416"/>
          </a:xfrm>
          <a:prstGeom prst="roundRect">
            <a:avLst>
              <a:gd name="adj" fmla="val 789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2065447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544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54480" y="24414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pages; dynamic XPath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990088"/>
            <a:ext cx="5394960" cy="1042416"/>
          </a:xfrm>
          <a:prstGeom prst="roundRect">
            <a:avLst>
              <a:gd name="adj" fmla="val 789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04672" y="3136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build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327245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081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54480" y="3355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554480" y="3648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JSON; Bearer-token auth on cart/order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4197096"/>
            <a:ext cx="5394960" cy="1042416"/>
          </a:xfrm>
          <a:prstGeom prst="roundRect">
            <a:avLst>
              <a:gd name="adj" fmla="val 789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04672" y="4343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pptx_build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35" y="4479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288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554480" y="4562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postgres://localhost:5432/shopkart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554480" y="48554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gives each class its own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03120"/>
          <a:ext cx="521208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customers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id · email · password_hash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products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sku · name · price_paise · stock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carts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id · customer_id · status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cart_items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cart_id · sku · qty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orders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id · cart_id · status · total_paise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6355080" y="45720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6537960" y="45720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stored in paise (integer): ₹499.00 = 49900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Structure — As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the required layering — configuration external, locators centralized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183794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67335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lives outside the code (local / ci)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6384" y="271576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255117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UI layers fully separated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6384" y="359359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86384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34290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dynamic XPath templates in one locator 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86384" y="447141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86384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43068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builders sit apart from test logic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11149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86384" y="534924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6384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518464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 are thin glue — no logic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32420" y="28575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/home/claude/pptx_build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985" y="3033065"/>
            <a:ext cx="380390" cy="38039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53C9E82-4B36-EB25-C5CB-FEC69E2D6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838" y="1051559"/>
            <a:ext cx="4032641" cy="5473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Dynamic-XPath Locator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implemented in Xp.java — relative, attribute/text-anchored, and templated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852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ui/locators/Xp.java — all dynamic XPath in one place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Xp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PRODUCT =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"//div[contains(@class,'product')]" +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"[.//*[normalize-space()='%s']]";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ADD_TO_CART =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 + "//button[normalize-space()=" +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"'Add to cart']";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product(String name)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$x(String.format(PRODUCT, name));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addToCart(String name)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$x(String.format(ADD_TO_CART, name));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24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16368" y="1892808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231343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paths anchored on stable attributes or visible text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templates reused across rows/pages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locator class, referenced by page objects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388620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24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516368" y="4087368"/>
            <a:ext cx="457200" cy="457200"/>
          </a:xfrm>
          <a:prstGeom prst="ellipse">
            <a:avLst/>
          </a:prstGeom>
          <a:solidFill>
            <a:srgbClr val="A13D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x_build/icons/alertoctag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4197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635240" y="450799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XPath from document root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 paths (e.g. tr[3]) that break on reorder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duplicated across page objects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Scenarios —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database and a security negative — all automated and passing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396849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Proves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Product search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Search returns matching products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UI + API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</a:rPr>
                        <a:t>● PASS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Cart totals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Total = Σ(qty × price), in paise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 + DB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</a:rPr>
                        <a:t>● PASS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Checkout E2E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Login → search → add → cart → checkout → PLACED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UI → API → DB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13D3D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</a:rPr>
                        <a:t>● PASS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Order access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Owner 200; another customer 403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13D3D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</a:rPr>
                        <a:t>● PASS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Cancel rules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Cancel PLACED → CANCELLED; again → 409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</a:rPr>
                        <a:t>● PASS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Out of stock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Add qty &gt; stock → 409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189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</a:rPr>
                        <a:t>● PASS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log and pass evidence are in the Allure report (next section).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&amp; Secret Handling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follows — public data seeded and shared, secrets sourced off-repo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19879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6060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public reference data with Flyway (V1__schema.sql, V2__seed.sql)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per-test data with builders — never shared fixtures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with Testcontainers — each test class gets its own throwaway Postgres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setup idempotent — re-running from a clean container gives the same result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32688" y="4572000"/>
            <a:ext cx="476402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97280" y="45720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SKU-CAP has stock 0 — reserved for the out-of-stock negative (Scenario 6)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9632" y="160020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55664" y="185623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x_build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198790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Rules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 — no secret in a .feature, page object, or committed .properties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everywhere — logs, console, Allure attachments show **** only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rotated test accounts — never a real user's credentials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stay secret-free — persona named, Secrets.get() resolves at runtime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4572000"/>
            <a:ext cx="4764024" cy="109728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656832" y="45720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auth.login("alice@shopkart.test", Secrets.get("alice.password"))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Secret Strategy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Evidence &amp;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output from the submitted run, and the recorded walkthrough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Demo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09056EB-01CB-8F38-4D9E-A449CC95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25" y="1051560"/>
            <a:ext cx="5692415" cy="5415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Evidence Checklist — Complete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Gate 6 / Benchmark 4 requirements met by this submission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1870862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suite run from a cold start (Testcontainers, no local DB)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" y="2295144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2382926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249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 matches spec — Xp locator class, thin steps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2807208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2894990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761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 (≥3 runs), categories, no secrets in attachments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40080" y="3319272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3407054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273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test matrix across all six scenarios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1870862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665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Data-isolation proof — run twice, identical results, no leftover rows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6263640" y="2295144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2382926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66560" y="2249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clean gitleaks scan, Secrets resolver in use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6263640" y="2807208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6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2894990"/>
            <a:ext cx="190195" cy="19019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66560" y="2761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negative (403) passing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6263640" y="3319272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7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3407054"/>
            <a:ext cx="190195" cy="19019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66560" y="3273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demo, recording verified secret-free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Readiness — Submitted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Chaithra Chandran(UST,IN)</cp:lastModifiedBy>
  <cp:revision>2</cp:revision>
  <dcterms:created xsi:type="dcterms:W3CDTF">2026-07-12T12:12:58Z</dcterms:created>
  <dcterms:modified xsi:type="dcterms:W3CDTF">2026-07-12T12:22:24Z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2026-07-12T12:22:04Z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24cba8c1-4b9a-436a-8ef4-67b6874d0c43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