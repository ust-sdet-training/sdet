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015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chaithra-03/shopkart-gate6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784080" y="-1097280"/>
            <a:ext cx="4114800" cy="4114800"/>
          </a:xfrm>
          <a:prstGeom prst="roundRect">
            <a:avLst>
              <a:gd name="adj" fmla="val 7778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080000">
            <a:off x="10607040" y="-1737360"/>
            <a:ext cx="2926080" cy="2926080"/>
          </a:xfrm>
          <a:prstGeom prst="roundRect">
            <a:avLst>
              <a:gd name="adj" fmla="val 9375"/>
            </a:avLst>
          </a:prstGeom>
          <a:solidFill>
            <a:srgbClr val="243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PRE-CAPSTONE BUILD BRIEF · GATE 6 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SDET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Framework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scaffold, dynamic-XPath locators, and disciplined secret-data handling — built against the ShopKart reference system.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5623560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141B49"/>
          </a:solidFill>
          <a:ln w="12700">
            <a:solidFill>
              <a:srgbClr val="5B6B8C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2" name="Image 0" descr="/home/claude/pptx_build/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77900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56235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063240" y="562356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1">
                    <a:lumMod val="95000"/>
                  </a:schemeClr>
                </a:solidFill>
                <a:hlinkClick r:id="rId4"/>
              </a:rPr>
              <a:t>https://github.com/chaithra-03/shopkart-gate6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covers, gate to gate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178308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91109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00200" y="23134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toolchain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73368" y="178308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0" y="191109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32320" y="23134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— API, UI, database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1248" y="3090672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00200" y="32186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362102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first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090672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73368" y="3090672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32186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Strategy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132320" y="362102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parameterized XPath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98264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41248" y="4398264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00200" y="45262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00200" y="49286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scenarios, every layer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398264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73368" y="4398264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32320" y="45262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Secrets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132320" y="49286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Builders, isolation, redaction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705856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41248" y="5705856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600200" y="58338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Demo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600200" y="62362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+ the 10-minute run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toolchain every scenario is built and reviewed against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4767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x_build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513" y="20925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Runtime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600200" y="22219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22 (LTS)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28232" y="194767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pptx_build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073" y="20925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92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/ Runner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223760" y="22219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7 · JUnit Platform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2898648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04672" y="306324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pptx_build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13" y="3208081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0083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600200" y="3337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2898648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428232" y="306324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pptx_build/icons/moni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073" y="3208081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0083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223760" y="3337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 — dynamic XPath via $x()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63640" y="4014216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6428232" y="41788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pptx_build/icons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3073" y="4323649"/>
            <a:ext cx="313822" cy="31382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23760" y="41239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223760" y="44531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(primary) · Maven (variant)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98932" y="4100190"/>
            <a:ext cx="5349240" cy="932688"/>
          </a:xfrm>
          <a:prstGeom prst="roundRect">
            <a:avLst>
              <a:gd name="adj" fmla="val 882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795528" y="41788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6" descr="/home/claude/pptx_build/icons/bar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513" y="5439217"/>
            <a:ext cx="313822" cy="31382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77340" y="4154485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1577340" y="4461703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— history, categories, executive view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41" name="Image 5" descr="/home/claude/pptx_build/icons/server.png">
            <a:extLst>
              <a:ext uri="{FF2B5EF4-FFF2-40B4-BE49-F238E27FC236}">
                <a16:creationId xmlns:a16="http://schemas.microsoft.com/office/drawing/2014/main" id="{96F42D94-479D-7498-5E4F-F835877DC0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225" y="4345046"/>
            <a:ext cx="313822" cy="3138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Under Test — ShopKart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e-commerce checkout service: REST API + web UI, backed by PostgreSQL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042416"/>
          </a:xfrm>
          <a:prstGeom prst="roundRect">
            <a:avLst>
              <a:gd name="adj" fmla="val 789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2938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x_build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5" y="2065447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554480" y="2148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554480" y="24414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pages; dynamic XPath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990088"/>
            <a:ext cx="5394960" cy="1042416"/>
          </a:xfrm>
          <a:prstGeom prst="roundRect">
            <a:avLst>
              <a:gd name="adj" fmla="val 789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804672" y="3136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pptx_build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35" y="3272455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0815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554480" y="3355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http://localhost:8080/api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554480" y="36484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JSON; Bearer-token auth on cart/order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4197096"/>
            <a:ext cx="5394960" cy="1042416"/>
          </a:xfrm>
          <a:prstGeom prst="roundRect">
            <a:avLst>
              <a:gd name="adj" fmla="val 789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04672" y="4343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/home/claude/pptx_build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735" y="447946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2885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554480" y="45628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postgres://localhost:5432/shopkart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554480" y="48554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gives each class its own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35508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103120"/>
          <a:ext cx="5212080" cy="23042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columns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</a:rPr>
                        <a:t>customers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189"/>
                          </a:solidFill>
                        </a:rPr>
                        <a:t>id · email · password_hash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</a:rPr>
                        <a:t>products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189"/>
                          </a:solidFill>
                        </a:rPr>
                        <a:t>sku · name · price_paise · stock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</a:rPr>
                        <a:t>carts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189"/>
                          </a:solidFill>
                        </a:rPr>
                        <a:t>id · customer_id · status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</a:rPr>
                        <a:t>cart_items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189"/>
                          </a:solidFill>
                        </a:rPr>
                        <a:t>cart_id · sku · qty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</a:rPr>
                        <a:t>orders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189"/>
                          </a:solidFill>
                        </a:rPr>
                        <a:t>id · cart_id · status · total_paise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18"/>
          <p:cNvSpPr/>
          <p:nvPr/>
        </p:nvSpPr>
        <p:spPr>
          <a:xfrm>
            <a:off x="6355080" y="457200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6537960" y="45720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stored in paise (integer): ₹499.00 = 49900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first at the gate — layers visible, configuration external, locators centralized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86384" y="183794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86384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167335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lives outside the code (local / ci)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86384" y="271576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86384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70432" y="255117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UI layers fully separated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355848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86384" y="359359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86384" y="3593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70432" y="342900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dynamic XPath templates in one locator class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86384" y="447141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86384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70432" y="430682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builders sit apart from test logic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111496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86384" y="534924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86384" y="5349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70432" y="518464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definitions are thin glue — no logic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Dynamic-XPath Locator Standard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Relative, attribute/text-anchored, and templated — one expression serves many rows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00800" cy="4160520"/>
          </a:xfrm>
          <a:prstGeom prst="roundRect">
            <a:avLst>
              <a:gd name="adj" fmla="val 1758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5852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ui/locators/Xp.java — all dynamic XPath in one place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class Xp {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final String PRODUCT =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"//div[contains(@class,'product')]" +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"[.//*[normalize-space()='%s']]";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final String ADD_TO_CART =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 + "//button[normalize-space()=" +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"'Add to cart']";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SelenideElement product(String name) {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$x(String.format(PRODUCT, name));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SelenideElement addToCart(String name) {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$x(String.format(ADD_TO_CART, name));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0" y="169164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243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516368" y="1892808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096" y="200253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3816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35240" y="2313432"/>
            <a:ext cx="3611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paths anchored on stable attributes or visible text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templates reused across rows/pages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locator class, referenced by page objects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0" y="388620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243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516368" y="4087368"/>
            <a:ext cx="457200" cy="457200"/>
          </a:xfrm>
          <a:prstGeom prst="ellipse">
            <a:avLst/>
          </a:prstGeom>
          <a:solidFill>
            <a:srgbClr val="A13D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pptx_build/icons/alertoctag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41970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3816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635240" y="4507992"/>
            <a:ext cx="3611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XPath from document root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Index-based paths (e.g. tr[3]) that break on reorder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duplicated across page objects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Strategy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Scenarios, Every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API, database and a security negative — what the gate checks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396849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Proves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Layers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189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Product search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189"/>
                          </a:solidFill>
                        </a:rPr>
                        <a:t>Search returns matching products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UI + API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189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Cart totals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189"/>
                          </a:solidFill>
                        </a:rPr>
                        <a:t>Total = Σ(qty × price), in paise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API + DB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189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Checkout E2E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189"/>
                          </a:solidFill>
                        </a:rPr>
                        <a:t>Login → search → add → cart → checkout → PLACED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UI → API → DB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13D3D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189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Order access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189"/>
                          </a:solidFill>
                        </a:rPr>
                        <a:t>Owner 200; another customer 403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API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13D3D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18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Cancel rules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189"/>
                          </a:solidFill>
                        </a:rPr>
                        <a:t>Cancel PLACED → CANCELLED; again → 409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API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189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</a:rPr>
                        <a:t>Out of stock</a:t>
                      </a:r>
                      <a:endParaRPr lang="en-US" sz="11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189"/>
                          </a:solidFill>
                        </a:rPr>
                        <a:t>Add qty &gt; stock → 409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API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189"/>
                          </a:solidFill>
                        </a:rPr>
                        <a:t>P2</a:t>
                      </a:r>
                      <a:endParaRPr lang="en-US" sz="11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push everything through the UI — assert one fact where it lives.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 &amp; Secret Handling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seeded and shared; secrets sourced off-repo and never exposed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96112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x_build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6" y="198790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26060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public reference data with Flyway (V1__schema.sql, V2__seed.sql)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per-test data with builders — never shared fixtures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with Testcontainers — each test class gets its own throwaway Postgres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setup idempotent — re-running from a clean container gives the same result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32688" y="4572000"/>
            <a:ext cx="476402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097280" y="45720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SKU-CAP has stock 0 — reserved for the out-of-stock negative (Scenario 6)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99632" y="160020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455664" y="185623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pptx_build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1987906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9752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Handling Rules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92240" y="26060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Git — no secret in a .feature, page object, or committed .properties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everywhere — logs, console, Allure attachments show **** only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Dedicated, rotated test accounts — never a real user's credentials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stay secret-free — persona named, Secrets.get() resolves at runtime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92240" y="4572000"/>
            <a:ext cx="4764024" cy="1097280"/>
          </a:xfrm>
          <a:prstGeom prst="roundRect">
            <a:avLst>
              <a:gd name="adj" fmla="val 6667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656832" y="45720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auth.login("alice@shopkart.test", Secrets.get("alice.password"))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Secret Strategy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the 10-Minute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gives the evidence; the rehearsed run proves it live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x_build/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208885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965960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history across ≥3 runs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8620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pptx_build/icon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2984967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86207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— product / test defect / flaky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375818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pptx_build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3881079"/>
            <a:ext cx="266273" cy="266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98448" y="3758184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— pass-rate, risk by area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0080" y="46542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/home/claude/pptx_build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75" y="4777191"/>
            <a:ext cx="266273" cy="26627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8448" y="465429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attachments — no secrets, ever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Demo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Evidence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1966692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819656"/>
            <a:ext cx="4727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suite run from a cold start (Testcontainers, no local DB)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2497044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350008"/>
            <a:ext cx="4727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structure matches spec — Xp locator class, thin steps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2935224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3027396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2880360"/>
            <a:ext cx="4727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with history (≥3 runs), categories, no secrets in attachments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3557748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0432" y="3410712"/>
            <a:ext cx="4727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test matrix across all six scenarios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263640" y="1874520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812" y="1966692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93992" y="1819656"/>
            <a:ext cx="4727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Data-isolation proof — run twice, identical results, no leftover rows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263640" y="2404872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5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812" y="2497044"/>
            <a:ext cx="199705" cy="19970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93992" y="2350008"/>
            <a:ext cx="4727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handling proof — clean gitleaks scan, Secrets resolver in use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6263640" y="2935224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6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812" y="3027396"/>
            <a:ext cx="199705" cy="19970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793992" y="2880360"/>
            <a:ext cx="4727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negative (403) passing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6263640" y="3465576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7" descr="/home/claude/pptx_build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812" y="3557748"/>
            <a:ext cx="199705" cy="19970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793992" y="3410712"/>
            <a:ext cx="4727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Rehearsed demo, recording verified secret-free</a:t>
            </a:r>
            <a:endParaRPr lang="en-US" sz="1100" dirty="0"/>
          </a:p>
        </p:txBody>
      </p:sp>
      <p:sp>
        <p:nvSpPr>
          <p:cNvPr id="34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Readiness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994</Words>
  <Application>Microsoft Office PowerPoint</Application>
  <PresentationFormat>Widescreen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Chaithra Chandran(UST,IN)</cp:lastModifiedBy>
  <cp:revision>2</cp:revision>
  <dcterms:created xsi:type="dcterms:W3CDTF">2026-07-12T11:49:21Z</dcterms:created>
  <dcterms:modified xsi:type="dcterms:W3CDTF">2026-07-12T11:59:02Z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2026-07-12T11:59:02Z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8ed0ed81-f119-4e9f-93ec-1f6f12e8af63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