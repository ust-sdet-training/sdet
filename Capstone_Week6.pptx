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44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ipiRaJRP/CipiRaj_Gradle_Gate6_Assessment/tree/mai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141B49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solidFill>
            <a:srgbClr val="1A225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DEMO NARRATIVE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 Framework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hardened test framework to a ten-minute story any room can act 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Cipiraj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SDET 7-Week Automation Engineering Programme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Gate 6 Pre-Capstone Review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STRONG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layer, proven — UI to database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41B4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3774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41B4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0" y="3794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pass 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41B4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321040" y="3794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proven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API · 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“Six days ago this suite was three manual clicks and a hope. Today it runs itself, proves itself, and I'll show you it live.”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point: a build worth trusting, not yet proven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0120" y="17190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proof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cart and search relied on manual spot-checks with no repeatable evidence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7706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layered coverage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1363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tied the UI, the API and the database back to one fact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0120" y="38221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18795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build meant “ran locally”, not “verified, reported, and repeatable in CI”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1783080"/>
            <a:ext cx="4251960" cy="429768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352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5240" y="2377440"/>
            <a:ext cx="3611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inherited a checkout service with no automated safety net. Every release meant someone clicking through the happy path by hand and hoping nothing broke underneath.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gap this build closes.”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WORK ·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 built in clean, reviewable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environment-driven — nothing hardcoded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670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UI, separated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008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client and page layers, never entangled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5112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 (Xp)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8496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parameterized locator class — the project standard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3525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data, isolated — never a shared fixture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step definitions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532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only, zero logic — readable Cucumber steps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1828800"/>
            <a:ext cx="5806440" cy="4224528"/>
          </a:xfrm>
          <a:prstGeom prst="roundRect">
            <a:avLst>
              <a:gd name="adj" fmla="val 2165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35040" y="1993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CI — BUILD &amp; REPORT PUBLISH</a:t>
            </a:r>
            <a:endParaRPr lang="en-US" sz="1100" dirty="0"/>
          </a:p>
        </p:txBody>
      </p:sp>
      <p:pic>
        <p:nvPicPr>
          <p:cNvPr id="26" name="Image 0" descr="/home/claude/build/assets/img_actions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331720"/>
            <a:ext cx="5349240" cy="22585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035040" y="4709160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validates the build and publishes the Allure report on every push — both green. The API/UI suite itself still runs locally (see Risk).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WORK ·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scenarios, spanning every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0" y="187452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0" y="187452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0" y="18745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42062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0" y="187452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92640" y="18745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229514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full journey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29514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API →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29514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0" y="22951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715768"/>
            <a:ext cx="1088136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71576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 (Cucumber)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27157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271576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0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13639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checkout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1363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13639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31363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557016"/>
            <a:ext cx="1088136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355701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total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55701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355701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92640" y="35570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97764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97764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397764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0" y="39776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398264"/>
            <a:ext cx="1088136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439826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39826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439826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92640" y="4398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481888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handling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0" y="481888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481888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0" y="48188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5239512"/>
            <a:ext cx="10881360" cy="420624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080" y="523951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happy path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523951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(Selenide)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0" y="52395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92640" y="52395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" y="566013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product search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0" y="566013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(Selenide)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0" y="566013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92640" y="56601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 — all seven scenarios run locally today (happy-path only); CI currently handles build validation and report publishing, not execution (see Risk).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WORK ·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4-minute live run — two moments, narrated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 — CI doesn't execute the suite yet, it builds and publishes the report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1 · CUCUMBER END-TO-END (LOCAL)</a:t>
            </a:r>
            <a:endParaRPr lang="en-US" sz="1100" dirty="0"/>
          </a:p>
        </p:txBody>
      </p:sp>
      <p:pic>
        <p:nvPicPr>
          <p:cNvPr id="7" name="Image 0" descr="/home/claude/build/assets/img_cucumber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76272"/>
            <a:ext cx="5029200" cy="2651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892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“End to End Full Journey” and “Product Search” both PASSED — one user story, proven UI-to-DB.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0" y="1847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2 · UI SUITE (SELENIDE, LOCAL)</a:t>
            </a:r>
            <a:endParaRPr lang="en-US" sz="1100" dirty="0"/>
          </a:p>
        </p:txBody>
      </p:sp>
      <p:pic>
        <p:nvPicPr>
          <p:cNvPr id="11" name="Image 1" descr="/home/claude/build/assets/img_ui_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76272"/>
            <a:ext cx="5029200" cy="2212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4480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SUCCESSFUL in 15s” — aHappyPath and searchingAProductinShopkart both PASSED, driven end to end in Chrome.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WORK ·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layer — six checks, six 200s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 via Gradle — not yet executed inside the CI pipeline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apiCancelTest → 200 OK, cart CANCELLED cleanly</a:t>
            </a:r>
            <a:endParaRPr lang="en-US" sz="1150" dirty="0"/>
          </a:p>
        </p:txBody>
      </p:sp>
      <p:pic>
        <p:nvPicPr>
          <p:cNvPr id="7" name="Image 0" descr="/home/claude/build/assets/img_ap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6492240" cy="33009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691640"/>
            <a:ext cx="3977640" cy="4434840"/>
          </a:xfrm>
          <a:prstGeom prst="roundRect">
            <a:avLst>
              <a:gd name="adj" fmla="val 2299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909560" y="1828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apiOrderAccess → cartTotalValidation → apiProductSearch → apiHappyPath: all PASSED</a:t>
            </a:r>
            <a:endParaRPr lang="en-US" sz="1100" dirty="0"/>
          </a:p>
        </p:txBody>
      </p:sp>
      <p:pic>
        <p:nvPicPr>
          <p:cNvPr id="10" name="Image 1" descr="/home/claude/build/assets/img_api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651760"/>
            <a:ext cx="35661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hosted, updated on every run</a:t>
            </a:r>
            <a:endParaRPr lang="en-US" sz="3200" dirty="0"/>
          </a:p>
        </p:txBody>
      </p:sp>
      <p:pic>
        <p:nvPicPr>
          <p:cNvPr id="4" name="Image 0" descr="/home/claude/build/assets/img_allu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492240" cy="3730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577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— generated from the local suite run, published to GitHub Pages by CI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52360" y="18745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680960" y="19842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80960" y="2532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rate, local run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52360" y="32004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680960" y="33101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80960" y="3858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across 3 suites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0" y="4526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680960" y="46360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#29194275146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680960" y="5184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 that published this report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52360" y="56235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“That 100% comes from the local suite you just saw — CI's job today is publishing this report, not yet running the suite itself.”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84653-3C93-DC9C-49CB-9D7AC6C9DF29}"/>
              </a:ext>
            </a:extLst>
          </p:cNvPr>
          <p:cNvSpPr txBox="1"/>
          <p:nvPr/>
        </p:nvSpPr>
        <p:spPr>
          <a:xfrm>
            <a:off x="776377" y="6015483"/>
            <a:ext cx="602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GitHub-link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RISK HONESTLY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the gap before anyone 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green above is real — and two gaps sit under it. Both named first, not found later.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83112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02152" y="18745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18504" y="187452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34856" y="1874520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BEFE0"/>
          </a:solidFill>
          <a:ln w="12700">
            <a:solidFill>
              <a:srgbClr val="E8C5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4944" y="2368296"/>
            <a:ext cx="243230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today is happy-path only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22402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BEFE0"/>
          </a:solidFill>
          <a:ln w="12700">
            <a:solidFill>
              <a:srgbClr val="E8C5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11296" y="2368296"/>
            <a:ext cx="243230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scenarios are happy-path; no negative, security or defect-injection cases yet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22402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BEFE0"/>
          </a:solidFill>
          <a:ln w="12700">
            <a:solidFill>
              <a:srgbClr val="E8C5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27648" y="2368296"/>
            <a:ext cx="243230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calls for a security-negative (403) case and defect/flaky handling — not yet built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2240280"/>
            <a:ext cx="2734056" cy="1691640"/>
          </a:xfrm>
          <a:prstGeom prst="roundRect">
            <a:avLst>
              <a:gd name="adj" fmla="val 4324"/>
            </a:avLst>
          </a:prstGeom>
          <a:solidFill>
            <a:srgbClr val="FBEFE0"/>
          </a:solidFill>
          <a:ln w="12700">
            <a:solidFill>
              <a:srgbClr val="E8C5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0" y="2368296"/>
            <a:ext cx="2441448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adds the negative-path and security scenarios before the capstone gate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E7F2EF"/>
          </a:solidFill>
          <a:ln w="12700">
            <a:solidFill>
              <a:srgbClr val="9FC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4944" y="4151376"/>
            <a:ext cx="243230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build &amp; report only — not the suite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64992" y="402336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E7F2EF"/>
          </a:solidFill>
          <a:ln w="12700">
            <a:solidFill>
              <a:srgbClr val="9FC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11296" y="4151376"/>
            <a:ext cx="243230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7 scenarios execute in CI today; all run locally via Gradle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1344" y="402336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E7F2EF"/>
          </a:solidFill>
          <a:ln w="12700">
            <a:solidFill>
              <a:srgbClr val="9FC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243230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validates the build and publishes the Allure report; it doesn't yet trigger the API/UI tests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4023360"/>
            <a:ext cx="2734056" cy="1691640"/>
          </a:xfrm>
          <a:prstGeom prst="roundRect">
            <a:avLst>
              <a:gd name="adj" fmla="val 4324"/>
            </a:avLst>
          </a:prstGeom>
          <a:solidFill>
            <a:srgbClr val="E7F2EF"/>
          </a:solidFill>
          <a:ln w="12700">
            <a:solidFill>
              <a:srgbClr val="9FC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0" y="4151376"/>
            <a:ext cx="2441448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local suite into the CI job (headless browser + service container) before the gate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8247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CLOSE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so-what, and the 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2880360"/>
          </a:xfrm>
          <a:prstGeom prst="roundRect">
            <a:avLst>
              <a:gd name="adj" fmla="val 3810"/>
            </a:avLst>
          </a:prstGeom>
          <a:solidFill>
            <a:srgbClr val="141B4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241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built a three-layer ShopKart framework — UI, API and database, tied to one fact each time — and it's 100% green across all seven scenarios, run locally with the report published automatically via CI.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to add the negative and security-path scenarios and wire the suite into CI itself, and this is capstone-ready.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story. What would you like to dig into?”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sound, fully green, happy-path proven locally — CI execution and negative-path are the next , not a mystery.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|  Capstone Demo  |  Cipiraj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988</Words>
  <Application>Microsoft Office PowerPoint</Application>
  <PresentationFormat>Widescreen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Cipiraj Rangaraj Parimaladevi(UST,IN)</cp:lastModifiedBy>
  <cp:revision>5</cp:revision>
  <dcterms:created xsi:type="dcterms:W3CDTF">2026-07-12T15:41:14Z</dcterms:created>
  <dcterms:modified xsi:type="dcterms:W3CDTF">2026-07-12T16:13:22Z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2026-07-12T15:53:02Z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c76bf358-3dbd-442a-96f4-93b32f95b3eb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