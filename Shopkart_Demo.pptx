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6" r:id="rId7"/>
    <p:sldId id="267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836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0415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1428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871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2039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5018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61533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720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9137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44930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302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46675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143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21219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3056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4600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859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5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29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hbaz-Ahmad-UST/Gate6/actions" TargetMode="External"/><Relationship Id="rId2" Type="http://schemas.openxmlformats.org/officeDocument/2006/relationships/hyperlink" Target="https://github.com/Shahbaz-Ahmad-UST/Gate6" TargetMode="Externa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shahbaz-ahmad-ust.github.io/Gate6/11/index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GATE 6 · SDET TRAINING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Test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Framework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BDD + DB verification, wired into Allure &amp; Extent reporting,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through a GitHub Actions CI/CD pipeline.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1298448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5212080"/>
            <a:ext cx="1298448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86000" y="521208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BDD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5212080"/>
            <a:ext cx="1298448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49040" y="521208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Verify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2080" y="5212080"/>
            <a:ext cx="1385316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12080" y="5212080"/>
            <a:ext cx="13853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1988" y="5212080"/>
            <a:ext cx="1298448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61988" y="521208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Spark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5028" y="5212080"/>
            <a:ext cx="1472184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5028" y="5212080"/>
            <a:ext cx="1472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Shahbaz Ahmad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6550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02082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package structure: API clients, builders, config, models, reporting, step defs, support, UI page objects.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5877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tests, Cucumber BDD features, and a full checkout E2E flow with direct DB verification.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Stack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(categories, history, trend) running side-by-side with an ExtentReports Spark HTML report.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453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481888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MySQL service container, Gradle test run, Allure report build, publish to GitHub Pages.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22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5422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53858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575157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run, watch it go green, open the published Allure report with real history.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035BCC-85ED-6DBF-1EF4-0AAC8BFB6D1E}"/>
              </a:ext>
            </a:extLst>
          </p:cNvPr>
          <p:cNvSpPr txBox="1"/>
          <p:nvPr/>
        </p:nvSpPr>
        <p:spPr>
          <a:xfrm>
            <a:off x="975360" y="843280"/>
            <a:ext cx="6278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 LINK FOR CI/CD</a:t>
            </a:r>
          </a:p>
          <a:p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000" dirty="0">
                <a:hlinkClick r:id="rId2"/>
              </a:rPr>
              <a:t>Shahbaz-Ahmad-UST/Gate6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2A297-8F68-5163-F188-3306195B15E9}"/>
              </a:ext>
            </a:extLst>
          </p:cNvPr>
          <p:cNvSpPr txBox="1"/>
          <p:nvPr/>
        </p:nvSpPr>
        <p:spPr>
          <a:xfrm>
            <a:off x="723900" y="2474893"/>
            <a:ext cx="61010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 LINK FOR ACTIONS PAGES</a:t>
            </a:r>
          </a:p>
          <a:p>
            <a:endParaRPr lang="en-IN" dirty="0"/>
          </a:p>
          <a:p>
            <a:r>
              <a:rPr lang="en-IN" dirty="0">
                <a:hlinkClick r:id="rId3"/>
              </a:rPr>
              <a:t>Workflow runs · Shahbaz-Ahmad-UST/Gate6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A7E9F-F821-D912-5DE8-C37259C84320}"/>
              </a:ext>
            </a:extLst>
          </p:cNvPr>
          <p:cNvSpPr txBox="1"/>
          <p:nvPr/>
        </p:nvSpPr>
        <p:spPr>
          <a:xfrm>
            <a:off x="723900" y="4105593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ALLURE REPORT</a:t>
            </a:r>
          </a:p>
          <a:p>
            <a:endParaRPr lang="en-IN" dirty="0"/>
          </a:p>
          <a:p>
            <a:r>
              <a:rPr lang="en-IN" dirty="0">
                <a:hlinkClick r:id="rId4"/>
              </a:rPr>
              <a:t>Allure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10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Package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310896" cy="914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76656" y="20025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api.client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76656" y="2404872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AuthClient · CartClient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OrderClient · ProductClient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16352" y="169164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962656" y="1837944"/>
            <a:ext cx="310896" cy="914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44368" y="20025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44368" y="2404872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DatabaseConfig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SelenideConfig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84064" y="169164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230368" y="1837944"/>
            <a:ext cx="310896" cy="914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12080" y="20025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/ factory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2080" y="2404872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OrderBuilder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OrderFactory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51776" y="169164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498080" y="1837944"/>
            <a:ext cx="310896" cy="914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79792" y="20025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79792" y="2404872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· OrderRow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DummyOrderRow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19488" y="169164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765792" y="1837944"/>
            <a:ext cx="310896" cy="9144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747504" y="20025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747504" y="2404872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OrderRepository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584448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94944" y="3730752"/>
            <a:ext cx="310896" cy="9144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6656" y="38953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6656" y="429768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ExtentManager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ExtentTestListener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16352" y="3584448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962656" y="3730752"/>
            <a:ext cx="310896" cy="9144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944368" y="38953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944368" y="429768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DbSupport · Hooks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TestEnvironment · World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84064" y="3584448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230368" y="3730752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212080" y="38953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stepdefs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212080" y="429768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CheckoutSteps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SearchProductsSteps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51776" y="3584448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498080" y="3730752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479792" y="38953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479792" y="429768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CheckoutE2ETest · CancelOrderApiTest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OrderAccessApiTest · TotalCartApiTest ...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19488" y="3584448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765792" y="3730752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747504" y="38953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747504" y="429768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locators · pages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(Page Object Model)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We Prove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293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TotalCartApiTest, ProductApiTest, OutOfStockApiTest, OrderAccessApiTest, CancelOrderApiTest — status codes, payload assertions, ownership rules.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19672" y="19293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78040" y="18745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Features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19672" y="260604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checkout.feature and search.feature, glued to CheckoutSteps / SearchProductsSteps under com.ust.shopkart, run via RunCucumberTest.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04672" y="4169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63040" y="4114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434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CHECKOUTE2ETEST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484632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search → cart → place order → fetch order, each phase traced as an Allure @Step with attached evidence.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19672" y="4169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A4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78040" y="4114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Verification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4434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DBSUPPORT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9672" y="484632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API-level assertion is cross-checked directly against MySQL — cart quantities, unit prices, order status and totals.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AEAB3F-285C-7596-56B5-E779A2AC2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9" y="892629"/>
            <a:ext cx="3903481" cy="5965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547478-3343-BC5B-C383-DC84294BE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752" y="892629"/>
            <a:ext cx="3258207" cy="5965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E3E158-0996-D450-15A6-A6B851570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584" y="892629"/>
            <a:ext cx="3672096" cy="59653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1A0B0B-B6B9-9626-F452-6B17250A60AF}"/>
              </a:ext>
            </a:extLst>
          </p:cNvPr>
          <p:cNvSpPr txBox="1"/>
          <p:nvPr/>
        </p:nvSpPr>
        <p:spPr>
          <a:xfrm>
            <a:off x="250372" y="381391"/>
            <a:ext cx="644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Folder Structure(</a:t>
            </a:r>
            <a:r>
              <a:rPr lang="en-IN" b="1" dirty="0" err="1">
                <a:solidFill>
                  <a:srgbClr val="FF0000"/>
                </a:solidFill>
              </a:rPr>
              <a:t>Framwork</a:t>
            </a:r>
            <a:r>
              <a:rPr lang="en-IN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254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FB1E411-FD58-AF95-FE9A-44ABE6592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839" y="588720"/>
            <a:ext cx="4489710" cy="38105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8162E5-D3F8-5202-2FF3-E0074AA16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063" y="4555996"/>
            <a:ext cx="4123982" cy="21667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DF01A4-077F-90E9-C6CD-3BED07953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88" y="588720"/>
            <a:ext cx="4423585" cy="381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CHECKOUTE2ETEST.JAVA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Test, Seven Traced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65960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61489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161489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61489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78809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74338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74338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4338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91658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87188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87188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87188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04508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00037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00037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00037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7357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12886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12886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12886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30206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225735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5875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225735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25735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79476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is annotated, evidenced, and categorized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44348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@Epic / @Feature / @Story / @Severity / @Description — rich Allure grouping, not raw method names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@Step("...") on each private helper — renders as an expandable timeline inside the Allure report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@Attachment("{name}") — real API responses and DB rows attached as text evidence per step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REPORTS, ONE SUITE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+ Extent, Side by 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20299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6177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allure-junit5 + allure-cucumber7-jvm — covers both plain JUnit5 tests and Cucumber scenarios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categories.json — auto-buckets failures into Flaky, Test defects (broken), Product defects (failed)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Trend — preserved run-over-run via the gh-pages branch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Suites, Behaviors, Packages, Timeline, Graphs — severity, duration, retries all visualized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37960" y="20299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SPARK REPORT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6177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ExtentTestListener — one JUnit5 extension, applied once on AbstractShopkartTest, inherited by every test class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/ Flaky / Skip all classified via TestWatcher callbacks, with a FLAKY_PATTERN regex matching Allure's own categories.json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HTML — SparkReport.html, viewable with zero server setup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events, timeline, and system info (OS, Java version) baked into every run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LAST RUN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Allure Report, Live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87452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3756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7.14%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2648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run)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187452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1540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91540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History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graphs show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chart — failures concentrated in normal/critical, not blocker — nothing catastrophic in flight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trend — climbing slightly across recent runs; worth watching, not yet alarming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trend — “Test defects” dominate; these are demo-seeded failures from CategoryDemonstrationTest, not real product bugs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Push To Published Report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+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JDK 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21992" y="1764792"/>
            <a:ext cx="2254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29195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29195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MySQL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02547" y="1764792"/>
            <a:ext cx="2254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09750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09750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test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(maxParallelForks=1)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3102" y="1764792"/>
            <a:ext cx="2254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90305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90305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Allure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Exist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657" y="1764792"/>
            <a:ext cx="2254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70860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2FA3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070860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Report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History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44212" y="1764792"/>
            <a:ext cx="2254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51415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2FA3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951415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3493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matters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38862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maxParallelForks = 1 is set globally. With a shared MySQL instance, parallel forks caused real race-condition test failures — fixed once, applies to every future task.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2918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99432" y="3493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that persists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99432" y="38862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gh-pages is checked out before the report builds, and simple-elf/allure-report-action merges old + new results so the Trend graph spans runs, not just one.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93024" y="32918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421624" y="3493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gotcha we hit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21624" y="38862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simple-elf's report action leaves a root-owned .git folder inside allure-history; peaceiris/actions-gh-pages can't clean it without sudo rm -rf — now handled explicitly.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764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small change to shahbaz-week06-gate6 and open the Actions tab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47802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MySQL service container spin up, then ./gradlew test run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1912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Verify Allure Results step passing (results actually generated)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9044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published GitHub Pages Allure report — point out Trend and Categories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36008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617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local ExtentReports Spark HTML report side by side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3309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one failing CategoryDemonstrationTest to show Flaky vs Broken vs Failed classification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Framework — Week 6, Gate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 ·  Cucumber  ·  MySQL Verification  ·  Allure  ·  Extent Spark  ·  GitHub Actions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980</Words>
  <Application>Microsoft Office PowerPoint</Application>
  <PresentationFormat>Widescreen</PresentationFormat>
  <Paragraphs>204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Shahbaz Ahmad(UST,IN)</cp:lastModifiedBy>
  <cp:revision>2</cp:revision>
  <dcterms:created xsi:type="dcterms:W3CDTF">2026-07-12T10:37:26Z</dcterms:created>
  <dcterms:modified xsi:type="dcterms:W3CDTF">2026-07-12T10:59:52Z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2026-07-12T10:58:34Z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4c545f37-9640-465c-b82d-5de708aaf071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