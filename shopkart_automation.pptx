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39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anjushree12345/shopkart_automat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deck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8375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9601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Automation Framework</a:t>
            </a:r>
            <a:b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b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walkthrough of what's been built so far</a:t>
            </a:r>
            <a:br>
              <a:rPr lang="en-US" sz="180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80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 dirty="0" err="1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80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 - </a:t>
            </a:r>
            <a:r>
              <a:rPr lang="en-IN" dirty="0">
                <a:hlinkClick r:id="rId4"/>
              </a:rPr>
              <a:t>Manjushree12345/</a:t>
            </a:r>
            <a:r>
              <a:rPr lang="en-IN" dirty="0" err="1">
                <a:hlinkClick r:id="rId4"/>
              </a:rPr>
              <a:t>shopkart_automation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Cucumber  ·  Selenide  ·  REST Assured  ·  MySQL  ·  Testcontainers  ·  Allure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automating?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is a small e-commerce app. We're building automated tests that check it works — through the UI, the API, and the database.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71600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dec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10" y="26206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browse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products, see them listed correctly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160520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deck/icon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030" y="26206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items, totals add up, order gets placed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949440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dec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950" y="26206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see or cancel someone else's order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1540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738360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dec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5870" y="26206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limits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buy more than what's in stock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code is organized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one job — so a change in the app's UI doesn't break the whole framework.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211226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2243938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36829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ports, timeouts — one place, per environment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965960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153912" y="211226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dec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586" y="2243938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057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03720" y="236829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per resource: auth, products, carts, orders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944368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13232" y="30906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deck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32223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346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+ reusable dynamic XPath locators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2944368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153912" y="309067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dec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586" y="322234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03720" y="3346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that seed test data via the API, plus DB helpers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922776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13232" y="4069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deck/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6" y="42007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0142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secrets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63040" y="4325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setup, and passwords that never touch Git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989320" y="3922776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153912" y="4069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dec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586" y="42007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40142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stepdefs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03720" y="4325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glue connecting Gherkin sentences to the code above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scenarios, automated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61848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— UI and API both find the right item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31136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23865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231136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 — line items sum to the correct total, in paise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999232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end-to-end — UI → API → database agree on the order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392277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767328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 — another customer gets a 403, not your order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69087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535424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rules — cancelling twice is rejected with a 409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77240" y="545896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303520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 — adding more than available is rejected with a 409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deliberate choices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dec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642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XPath, one place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91640" y="20574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locator lives in Xp.java. Pages call it — nothing is guessed inline.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137160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dec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8105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6642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database, every run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132320" y="20574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spins up a throwaway MySQL per test class. No shared-fixture flakiness.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22960" y="39776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deck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1422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995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code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691640" y="43891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come from environment variables or a git-ignored local file — never a feature file.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989320" y="370332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deck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14223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3995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lands in Allure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132320" y="43891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Pass/fail, screenshots on failure, and a flaky-test category, ready for the demo.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E9F7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2123237"/>
            <a:ext cx="142646" cy="1426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02996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skeleton, all layers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24231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2488997"/>
            <a:ext cx="142646" cy="1426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9572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 for auth, products, carts, orders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68680" y="27889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2854757"/>
            <a:ext cx="142646" cy="1426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76148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 locators + page objects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68680" y="31546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3220517"/>
            <a:ext cx="142646" cy="1426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12724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builders (customer, cart, order)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68680" y="3520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3586277"/>
            <a:ext cx="142646" cy="14264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34930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Testcontainers + Flyway wired up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68680" y="38862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5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3952037"/>
            <a:ext cx="142646" cy="14264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0160" y="385876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resolver (env var → local file)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868680" y="42519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6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4317797"/>
            <a:ext cx="142646" cy="14264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80160" y="422452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feature files written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7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4683557"/>
            <a:ext cx="142646" cy="14264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280160" y="459028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config, categories, environment info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5989320" y="137160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0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your app's real details</a:t>
            </a:r>
            <a:endParaRPr lang="en-US" sz="1700" dirty="0"/>
          </a:p>
        </p:txBody>
      </p:sp>
      <p:sp>
        <p:nvSpPr>
          <p:cNvPr id="31" name="Shape 21"/>
          <p:cNvSpPr/>
          <p:nvPr/>
        </p:nvSpPr>
        <p:spPr>
          <a:xfrm>
            <a:off x="6309360" y="210312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2"/>
          <p:cNvSpPr/>
          <p:nvPr/>
        </p:nvSpPr>
        <p:spPr>
          <a:xfrm>
            <a:off x="63093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6720840" y="2029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seeded passwords + bcrypt hashes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6309360" y="26517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5"/>
          <p:cNvSpPr/>
          <p:nvPr/>
        </p:nvSpPr>
        <p:spPr>
          <a:xfrm>
            <a:off x="63093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672084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order ID after checkout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6309360" y="320040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28"/>
          <p:cNvSpPr/>
          <p:nvPr/>
        </p:nvSpPr>
        <p:spPr>
          <a:xfrm>
            <a:off x="630936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6720840" y="3127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DB helper into each scenario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6309360" y="374904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1"/>
          <p:cNvSpPr/>
          <p:nvPr/>
        </p:nvSpPr>
        <p:spPr>
          <a:xfrm>
            <a:off x="630936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720840" y="3675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out-of-stock 409 check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6309360" y="429768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4"/>
          <p:cNvSpPr/>
          <p:nvPr/>
        </p:nvSpPr>
        <p:spPr>
          <a:xfrm>
            <a:off x="630936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6720840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XPath matches your app's real HTML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review actually scores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 checked first — before a single scenario runs.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21122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36829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layering — this is what the reviewer opens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965960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53912" y="21122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53912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2057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correct layers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36829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XPath, not absolute or index-based paths.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3232" y="30906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data, built and isolated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346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builders, a throwaway database each run.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944368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53912" y="30906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53912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sourced safely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346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the repo, logs, reports, or on camera.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22776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13232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323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0142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history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325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categories, an executive-readable overview.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3922776"/>
            <a:ext cx="5074920" cy="841248"/>
          </a:xfrm>
          <a:prstGeom prst="roundRect">
            <a:avLst>
              <a:gd name="adj" fmla="val 10870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53912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5391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40142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rehearsed 10-minute 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325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clean from cold start; never exposes a secret.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scenario actually covers, brought filled-in to the gate.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177272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37760" y="19659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0" y="19659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0" y="19659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1965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418320" y="19659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0177272" cy="566928"/>
          </a:xfrm>
          <a:prstGeom prst="rect">
            <a:avLst/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5328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Product search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25328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25328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0" y="25328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55280" y="2532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0" y="25328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0998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Cart totals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30998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0" y="30998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30998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55280" y="30998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18320" y="30998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666744"/>
            <a:ext cx="10177272" cy="566928"/>
          </a:xfrm>
          <a:prstGeom prst="rect">
            <a:avLst/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6667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Checkout E2E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37760" y="3666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0" y="3666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49440" y="3666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55280" y="36667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18320" y="36667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42336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Order access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0" y="42336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43600" y="42336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0" y="42336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955280" y="42336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418320" y="42336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800600"/>
            <a:ext cx="10177272" cy="566928"/>
          </a:xfrm>
          <a:prstGeom prst="rect">
            <a:avLst/>
          </a:prstGeom>
          <a:solidFill>
            <a:srgbClr val="F7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Cancel rules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937760" y="4800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943600" y="4800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949440" y="4800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955280" y="4800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418320" y="4800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53675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Out of stock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937760" y="53675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943600" y="53675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49440" y="53675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955280" y="53675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418320" y="53675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secret, and where it lives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77393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739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SECRET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77440" y="155448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catalogue, SKUs, prices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55448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seed — committed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266090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6609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SECRET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244144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 / customer 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244144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&amp; seed — committed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77240" y="354787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5478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77440" y="3328416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9360" y="3328416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store / env var — never in Git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15384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77240" y="44348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77440" y="421538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bearer tokens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4215384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at runtime — never printed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133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77240" y="53218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53218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510235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UPI test values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09360" y="510235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store — masked in logs &amp; reports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41848" y="20116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deck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2311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004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736</Words>
  <Application>Microsoft Office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Manjushree Handiganala Ramachandra(UST,IN)</cp:lastModifiedBy>
  <cp:revision>2</cp:revision>
  <dcterms:created xsi:type="dcterms:W3CDTF">2026-07-12T12:15:41Z</dcterms:created>
  <dcterms:modified xsi:type="dcterms:W3CDTF">2026-07-12T12:28:04Z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2026-07-12T12:19:05Z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48f18d3a-8cb5-4fba-89be-bc8eef4ad5cc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