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06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andana-Burra/Evaluation_Gate6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Demo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822960" y="3895344"/>
            <a:ext cx="82296" cy="82296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1560" y="3794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Shopkart-Automation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52544"/>
            <a:ext cx="82296" cy="82296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42519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real test architecture, clean CI, E2E proof, Allure reporting, security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809744"/>
            <a:ext cx="82296" cy="82296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Rehearsal: live demo from cold container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C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·  API  ·  DB  ·  CI  ·  ALLURE  ·  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repo, four layers, proven end to end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covers UI, API, DB, and support layers in one repo.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Java, Gradle, JUnit 5, Cucumber, Selenide, RestAssured, Testcontainers, Allure.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proof lives in ci.yml.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end-to-end automation project — not just one layer.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600200"/>
            <a:ext cx="56235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217920" y="1819656"/>
            <a:ext cx="457200" cy="45720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0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169164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205740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page objects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2642616"/>
            <a:ext cx="56235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17920" y="2862072"/>
            <a:ext cx="457200" cy="45720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273405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09981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685032"/>
            <a:ext cx="56235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17920" y="3904488"/>
            <a:ext cx="457200" cy="45720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1792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77647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414223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builders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89320" y="4727448"/>
            <a:ext cx="56235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17920" y="4946904"/>
            <a:ext cx="457200" cy="45720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481888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518464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support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centralized in com.shopkart.ui.locators.Xp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24912" cy="47091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8096" y="1764792"/>
            <a:ext cx="502920" cy="50292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68096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layer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68096" y="2880360"/>
            <a:ext cx="2286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68096" y="3017520"/>
            <a:ext cx="22860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LoginPage, CatalogPage, ProductPage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CartPage, CheckoutPage, OrderPage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XPath locators in Xp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1508760"/>
            <a:ext cx="2724912" cy="47091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12464" y="1764792"/>
            <a:ext cx="502920" cy="50292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12464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12464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712464" y="2880360"/>
            <a:ext cx="2286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12464" y="3017520"/>
            <a:ext cx="22860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AuthClient, CartClient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OrderClient, ProductClient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encapsulated via RestAssured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37376" y="1508760"/>
            <a:ext cx="2724912" cy="47091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56832" y="17647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56832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56832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656832" y="2880360"/>
            <a:ext cx="2286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56832" y="3017520"/>
            <a:ext cx="22860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OrderBuilder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CartBuilder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CustomerBuilder — reusable, readable flows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81744" y="1508760"/>
            <a:ext cx="2724912" cy="47091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601200" y="1764792"/>
            <a:ext cx="502920" cy="50292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0120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support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601200" y="2880360"/>
            <a:ext cx="2286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601200" y="3017520"/>
            <a:ext cx="22860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BaseApiTest, BaseE2ETest, Hooks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object stores Cucumber state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22DDE-5C0E-BA2A-32EC-4CBA27230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07" y="174171"/>
            <a:ext cx="4086857" cy="6509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7ABF28-901E-FB2E-132D-8682FA6CD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929" y="174171"/>
            <a:ext cx="3361409" cy="6509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5E1A6A-F0B0-25E7-A75F-CC1F0DF34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746" y="206828"/>
            <a:ext cx="3940498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27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suite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cold run on a clean container — not a stale local setup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141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D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clean test cucumber --no-configuration-cache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(ci.yml)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141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D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gradle clean test cucumber --no-configuration-cache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uses Gradle properties for baseUrl, headless, browser, and Allure output.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37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isolation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37960" y="2679192"/>
            <a:ext cx="91440" cy="9144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84848" y="2551176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Testcontainers starts postgres:16-alpine automatically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3456432"/>
            <a:ext cx="91440" cy="9144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84848" y="3328416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database dependency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4233672"/>
            <a:ext cx="91440" cy="9144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84848" y="4105656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PostgresSupport starts the container if it isn't already running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5074920"/>
            <a:ext cx="48006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37960" y="5257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 URL config shared by API and UI tests.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E2E proof: UI → API → DB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scenario: CheckoutE2ETest — one fact proven where it lives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880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alice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“Metro Carryall”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quantity 2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with address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95928" y="34975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548640" cy="54864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DB ASSERT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2880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order status: PLACED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row exists for alice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status PLACED, total 99800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+ customer id verified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44968" y="34975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21040" y="1965960"/>
            <a:ext cx="548640" cy="54864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210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3017520"/>
            <a:ext cx="2880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experience proven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 contract proven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DB state proven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reporting &amp; quality insight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widgets only work when history is preserved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history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allure.properties enables Allure config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51560" y="2715768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3227832"/>
            <a:ext cx="365760" cy="36576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227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1821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generates the report via simple-elf/allure-report-action@master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361188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4123944"/>
            <a:ext cx="365760" cy="36576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07822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gh-pages branch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51560" y="4507992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8680" y="5020056"/>
            <a:ext cx="365760" cy="365760"/>
          </a:xfrm>
          <a:prstGeom prst="ellipse">
            <a:avLst/>
          </a:prstGeom>
          <a:solidFill>
            <a:srgbClr val="00D9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5020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9743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results in allure-history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15544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55080" y="17556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report views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19456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trend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flaky widget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buckets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3886200"/>
            <a:ext cx="5577840" cy="2240280"/>
          </a:xfrm>
          <a:prstGeom prst="roundRect">
            <a:avLst>
              <a:gd name="adj" fmla="val 32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55080" y="4114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categories map to: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5080" y="461772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232B5C"/>
          </a:solidFill>
          <a:ln w="12700">
            <a:solidFill>
              <a:srgbClr val="00D9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55080" y="46177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defect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461772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232B5C"/>
          </a:solidFill>
          <a:ln w="12700">
            <a:solidFill>
              <a:srgbClr val="00D9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138160" y="46177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defect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21240" y="461772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232B5C"/>
          </a:solidFill>
          <a:ln w="12700">
            <a:solidFill>
              <a:srgbClr val="00D9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921240" y="46177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5394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keep triage fast: know what's product, what's test, what's noise.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Redaction &amp; secure attachments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logs are useful, but only after redacting secrets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BE9EA"/>
          </a:solidFill>
          <a:ln w="12700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19656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19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attach raw network logs with secrets to Allure.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BEFORE ATTACHING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3547872"/>
            <a:ext cx="182880" cy="1828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headers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4389120"/>
            <a:ext cx="182880" cy="1828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97280" y="413308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974336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5230368"/>
            <a:ext cx="182880" cy="1828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497433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28803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37960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356616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only filtered logs to Allure.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security and reviewer trust.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stay shareable across teams without exposing credentials.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scenario: security boundary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tests matter as much as checkout success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OrderSecurityTest proves another customer gets 403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alice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224028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201168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56432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56432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33872" y="224028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89904" y="201168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27064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7064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bob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04504" y="224028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860536" y="201168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997696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97696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alice’s order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68680" y="3657600"/>
            <a:ext cx="914400" cy="91440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65960" y="3657600"/>
            <a:ext cx="9418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 ·  error code ORDER_FORBIDDEN
</a:t>
            </a:r>
            <a:r>
              <a:rPr lang="en-US" sz="14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order belongs to another customer”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120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validates the authorization boundary, not just the happy path.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&amp; risk assessment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 separation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builders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+ JUnit integration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DB isolation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with history and categories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5544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/ test-data stability and timing when running across UI + API + DB.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7432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Postgres container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config in AppConfig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negative checks in security tests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232B5C"/>
          </a:solidFill>
          <a:ln w="12700">
            <a:solidFill>
              <a:srgbClr val="00D9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4370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READINESS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checkout and authorization flows are proven repeatably with isolated automation and clear Allure insight.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00634-4E25-9ECA-5C1B-72C279A0D701}"/>
              </a:ext>
            </a:extLst>
          </p:cNvPr>
          <p:cNvSpPr txBox="1"/>
          <p:nvPr/>
        </p:nvSpPr>
        <p:spPr>
          <a:xfrm>
            <a:off x="3670950" y="2437618"/>
            <a:ext cx="4646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hub link: </a:t>
            </a:r>
            <a:r>
              <a:rPr lang="en-IN" dirty="0">
                <a:hlinkClick r:id="rId2"/>
              </a:rPr>
              <a:t>Chandana-Burra/Evaluation_Gate6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56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PresentationFormat>Widescreen</PresentationFormat>
  <Paragraphs>171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Chandana Burra(UST,IN)</cp:lastModifiedBy>
  <cp:revision>2</cp:revision>
  <dcterms:created xsi:type="dcterms:W3CDTF">2026-07-12T13:04:10Z</dcterms:created>
  <dcterms:modified xsi:type="dcterms:W3CDTF">2026-07-12T13:11:49Z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2026-07-12T13:11:49Z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e15817f1-f0f1-42bf-90a6-fb23231478a5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