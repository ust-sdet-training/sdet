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34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tejakodi/Saiteja_Shopkart_Assessment/tree/Saiteja_Week06_Gate6_Assessme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hyperlink" Target="https://github.com/Saitejakodi/Saiteja_Shopkart_Assessment/tree/Saiteja_Week06_Gate6_Assessme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WEEK-6 Pre-CAPSTONE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Automation Capstone — UI, API, Database, CI/CD &amp; Reporting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9344" y="47091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09344" y="4709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470916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78608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470916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0752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82896" y="47091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2896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70916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0" y="47091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78624" y="47091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78624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9408" y="470916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79408" y="4709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</a:t>
            </a: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Automation Framework | Week-6 Pre-Capstone Assessment</a:t>
            </a:r>
            <a:endParaRPr lang="en-US" sz="1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82B57A9-5B27-AE2E-F753-54998AD4601C}"/>
              </a:ext>
            </a:extLst>
          </p:cNvPr>
          <p:cNvSpPr/>
          <p:nvPr/>
        </p:nvSpPr>
        <p:spPr>
          <a:xfrm>
            <a:off x="822960" y="63642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 err="1">
                <a:hlinkClick r:id="rId3"/>
              </a:rPr>
              <a:t>Saitejakodi</a:t>
            </a:r>
            <a:r>
              <a:rPr lang="en-IN" sz="1100" dirty="0">
                <a:hlinkClick r:id="rId3"/>
              </a:rPr>
              <a:t>/</a:t>
            </a:r>
            <a:r>
              <a:rPr lang="en-IN" sz="1100" dirty="0" err="1">
                <a:hlinkClick r:id="rId3"/>
              </a:rPr>
              <a:t>Saiteja_Shopkart_Assessment</a:t>
            </a:r>
            <a:r>
              <a:rPr lang="en-IN" sz="1100" dirty="0">
                <a:hlinkClick r:id="rId3"/>
              </a:rPr>
              <a:t> at Saiteja_Week06_Gate6_Assessment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project sets out to prove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59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critical business flows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06324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518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63240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UI + API + Database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470916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icons/barchart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9778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709160"/>
            <a:ext cx="32095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automated CI reports</a:t>
            </a:r>
            <a:endParaRPr lang="en-US" sz="1500" dirty="0"/>
          </a:p>
        </p:txBody>
      </p:sp>
      <p:pic>
        <p:nvPicPr>
          <p:cNvPr id="14" name="Image 3" descr="icons/image_4A6F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 Screenshot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658D8704-BE6D-D1D6-2E1E-F02CE8439F5E}"/>
              </a:ext>
            </a:extLst>
          </p:cNvPr>
          <p:cNvSpPr/>
          <p:nvPr/>
        </p:nvSpPr>
        <p:spPr>
          <a:xfrm>
            <a:off x="5129784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GitHub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</a:t>
            </a:r>
            <a:r>
              <a:rPr lang="en-US" sz="1400" dirty="0"/>
              <a:t>:</a:t>
            </a:r>
          </a:p>
          <a:p>
            <a:r>
              <a:rPr lang="en-IN" sz="1400" dirty="0" err="1">
                <a:hlinkClick r:id="rId7"/>
              </a:rPr>
              <a:t>Saitejakodi</a:t>
            </a:r>
            <a:r>
              <a:rPr lang="en-IN" sz="1400" dirty="0">
                <a:hlinkClick r:id="rId7"/>
              </a:rPr>
              <a:t>/</a:t>
            </a:r>
            <a:r>
              <a:rPr lang="en-IN" sz="1400" dirty="0" err="1">
                <a:hlinkClick r:id="rId7"/>
              </a:rPr>
              <a:t>Saiteja_Shopkart_Assessment</a:t>
            </a:r>
            <a:r>
              <a:rPr lang="en-IN" sz="1400" dirty="0">
                <a:hlinkClick r:id="rId7"/>
              </a:rPr>
              <a:t> at Saiteja_Week06_Gate6_Assessment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3D0FA7-82A9-A796-3AF3-8D652A039E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9784" y="1877081"/>
            <a:ext cx="6606177" cy="36526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layered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fi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270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75688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play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317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2199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880360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26664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layer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3639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2666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|  API  |  Database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3685032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831336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94106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8313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48970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636008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github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745736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63600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5294376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544068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icons/cloud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55040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544068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Screenshot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B6FC839-EDE0-D7A8-9307-DD83B5AF6E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711" y="1417320"/>
            <a:ext cx="4142689" cy="46817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validated across three layers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7768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6616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1200" dirty="0"/>
          </a:p>
        </p:txBody>
      </p:sp>
      <p:pic>
        <p:nvPicPr>
          <p:cNvPr id="10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057400"/>
            <a:ext cx="292608" cy="292608"/>
          </a:xfrm>
          <a:prstGeom prst="rect">
            <a:avLst/>
          </a:prstGeom>
        </p:spPr>
      </p:pic>
      <p:pic>
        <p:nvPicPr>
          <p:cNvPr id="11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0574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7032" y="213969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57200" y="2532888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94360" y="25328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Totals</a:t>
            </a:r>
            <a:endParaRPr lang="en-US" sz="1200" dirty="0"/>
          </a:p>
        </p:txBody>
      </p:sp>
      <p:pic>
        <p:nvPicPr>
          <p:cNvPr id="15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715768"/>
            <a:ext cx="292608" cy="292608"/>
          </a:xfrm>
          <a:prstGeom prst="rect">
            <a:avLst/>
          </a:prstGeom>
        </p:spPr>
      </p:pic>
      <p:pic>
        <p:nvPicPr>
          <p:cNvPr id="16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715768"/>
            <a:ext cx="292608" cy="292608"/>
          </a:xfrm>
          <a:prstGeom prst="rect">
            <a:avLst/>
          </a:prstGeom>
        </p:spPr>
      </p:pic>
      <p:pic>
        <p:nvPicPr>
          <p:cNvPr id="17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2715768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" y="31912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E2E</a:t>
            </a:r>
            <a:endParaRPr lang="en-US" sz="1200" dirty="0"/>
          </a:p>
        </p:txBody>
      </p:sp>
      <p:pic>
        <p:nvPicPr>
          <p:cNvPr id="19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3374136"/>
            <a:ext cx="292608" cy="292608"/>
          </a:xfrm>
          <a:prstGeom prst="rect">
            <a:avLst/>
          </a:prstGeom>
        </p:spPr>
      </p:pic>
      <p:pic>
        <p:nvPicPr>
          <p:cNvPr id="20" name="Image 6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374136"/>
            <a:ext cx="292608" cy="292608"/>
          </a:xfrm>
          <a:prstGeom prst="rect">
            <a:avLst/>
          </a:prstGeom>
        </p:spPr>
      </p:pic>
      <p:pic>
        <p:nvPicPr>
          <p:cNvPr id="21" name="Image 7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3374136"/>
            <a:ext cx="292608" cy="292608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457200" y="3849624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3"/>
          <p:cNvSpPr/>
          <p:nvPr/>
        </p:nvSpPr>
        <p:spPr>
          <a:xfrm>
            <a:off x="594360" y="38496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3069336" y="4114800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8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032504"/>
            <a:ext cx="292608" cy="292608"/>
          </a:xfrm>
          <a:prstGeom prst="rect">
            <a:avLst/>
          </a:prstGeom>
        </p:spPr>
      </p:pic>
      <p:pic>
        <p:nvPicPr>
          <p:cNvPr id="26" name="Image 9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032504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94360" y="4507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Rules</a:t>
            </a:r>
            <a:endParaRPr lang="en-US" sz="1200" dirty="0"/>
          </a:p>
        </p:txBody>
      </p:sp>
      <p:pic>
        <p:nvPicPr>
          <p:cNvPr id="28" name="Image 1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4690872"/>
            <a:ext cx="292608" cy="292608"/>
          </a:xfrm>
          <a:prstGeom prst="rect">
            <a:avLst/>
          </a:prstGeom>
        </p:spPr>
      </p:pic>
      <p:pic>
        <p:nvPicPr>
          <p:cNvPr id="29" name="Image 1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690872"/>
            <a:ext cx="292608" cy="292608"/>
          </a:xfrm>
          <a:prstGeom prst="rect">
            <a:avLst/>
          </a:prstGeom>
        </p:spPr>
      </p:pic>
      <p:pic>
        <p:nvPicPr>
          <p:cNvPr id="30" name="Image 1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690872"/>
            <a:ext cx="292608" cy="292608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457200" y="5166360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17"/>
          <p:cNvSpPr/>
          <p:nvPr/>
        </p:nvSpPr>
        <p:spPr>
          <a:xfrm>
            <a:off x="594360" y="5166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200" dirty="0"/>
          </a:p>
        </p:txBody>
      </p:sp>
      <p:pic>
        <p:nvPicPr>
          <p:cNvPr id="33" name="Image 1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5349240"/>
            <a:ext cx="292608" cy="292608"/>
          </a:xfrm>
          <a:prstGeom prst="rect">
            <a:avLst/>
          </a:prstGeom>
        </p:spPr>
      </p:pic>
      <p:sp>
        <p:nvSpPr>
          <p:cNvPr id="34" name="Shape 18"/>
          <p:cNvSpPr/>
          <p:nvPr/>
        </p:nvSpPr>
        <p:spPr>
          <a:xfrm>
            <a:off x="3758184" y="543153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1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5349240"/>
            <a:ext cx="292608" cy="292608"/>
          </a:xfrm>
          <a:prstGeom prst="rect">
            <a:avLst/>
          </a:prstGeom>
        </p:spPr>
      </p:pic>
      <p:pic>
        <p:nvPicPr>
          <p:cNvPr id="37" name="Image 15" descr="icons/image_4A6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Screenshot</a:t>
            </a:r>
            <a:endParaRPr lang="en-US" sz="1300" dirty="0"/>
          </a:p>
        </p:txBody>
      </p:sp>
      <p:sp>
        <p:nvSpPr>
          <p:cNvPr id="39" name="Text 21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40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41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8FA49A0-78E5-F7FB-972A-F7512258C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13" y="1417320"/>
            <a:ext cx="4640931" cy="44074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suite on a developer machine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pla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67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using Gradle Tasks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1636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tag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14767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0276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execution using tags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97655A-FAD7-4E7B-C0C5-89012974A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410" y="2595255"/>
            <a:ext cx="5476341" cy="29460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7DA7BB-7FFB-B2AD-4C51-70B90EE78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95255"/>
            <a:ext cx="5500116" cy="294600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 fully automated cycle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681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github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283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7744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315468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play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8843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33756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411480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429768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4855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29768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Allure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507492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525780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0867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525780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GitHub Pages</a:t>
            </a:r>
            <a:endParaRPr lang="en-US" sz="1400" dirty="0"/>
          </a:p>
        </p:txBody>
      </p:sp>
      <p:pic>
        <p:nvPicPr>
          <p:cNvPr id="24" name="Image 5" descr="icons/image_4A6F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Screenshot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9E65F8-5A9F-2169-5E8D-D6FD868BDD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1264" y="1862999"/>
            <a:ext cx="6007608" cy="35387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four views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barchart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330702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30" y="14721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9614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categorization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04204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icons/cloc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932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43116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077706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icons/glob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434" y="147218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16618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details</a:t>
            </a:r>
            <a:endParaRPr lang="en-US" sz="1050" dirty="0"/>
          </a:p>
        </p:txBody>
      </p:sp>
      <p:pic>
        <p:nvPicPr>
          <p:cNvPr id="17" name="Image 4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495" y="2765420"/>
            <a:ext cx="325526" cy="3255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312349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Screenshot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40080" y="347097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1" name="Image 5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31" y="2765420"/>
            <a:ext cx="325526" cy="32552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4516" y="312349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Screenshot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414516" y="347097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5" name="Image 6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495" y="5074280"/>
            <a:ext cx="325526" cy="32552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080" y="543235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Trend Screenshot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40080" y="577983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9" name="Image 7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31" y="5074280"/>
            <a:ext cx="325526" cy="32552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14516" y="543235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Screenshot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6414516" y="577983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679E5C2-6CAD-481E-423A-6860A7BAE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2030928"/>
            <a:ext cx="4581143" cy="198132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7A49B20-F8AA-0CC2-FABB-E645152ACB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095" y="2027178"/>
            <a:ext cx="4514850" cy="198132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795789-BE20-79B9-DE77-008106FCAF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127" y="4359722"/>
            <a:ext cx="4581143" cy="200150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62C44C7-1858-5E7B-FD19-7EBED74876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094" y="4359722"/>
            <a:ext cx="4514851" cy="200150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demonstrates</a:t>
            </a:r>
            <a:endParaRPr lang="en-US" sz="1250" dirty="0"/>
          </a:p>
        </p:txBody>
      </p:sp>
      <p:pic>
        <p:nvPicPr>
          <p:cNvPr id="4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1732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500" dirty="0"/>
          </a:p>
        </p:txBody>
      </p:sp>
      <p:pic>
        <p:nvPicPr>
          <p:cNvPr id="6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03911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1500" dirty="0"/>
          </a:p>
        </p:txBody>
      </p:sp>
      <p:pic>
        <p:nvPicPr>
          <p:cNvPr id="8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52344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660904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500" dirty="0"/>
          </a:p>
        </p:txBody>
      </p:sp>
      <p:pic>
        <p:nvPicPr>
          <p:cNvPr id="10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74136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282696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500" dirty="0"/>
          </a:p>
        </p:txBody>
      </p:sp>
      <p:pic>
        <p:nvPicPr>
          <p:cNvPr id="12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95928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90448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pic>
        <p:nvPicPr>
          <p:cNvPr id="14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17720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452628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</a:t>
            </a:r>
            <a:endParaRPr lang="en-US" sz="1500" dirty="0"/>
          </a:p>
        </p:txBody>
      </p:sp>
      <p:pic>
        <p:nvPicPr>
          <p:cNvPr id="17" name="Image 6" descr="icons/image_4A6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690165"/>
            <a:ext cx="585216" cy="58521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12664" y="3333902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GitHub Pages Report Screenshot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5312664" y="3681374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57200" y="53492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2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built an end-to-end automation framework validating application behaviour across UI, API and Database.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20755B-E5A5-321B-BCFE-FA7624617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1429171"/>
            <a:ext cx="7296912" cy="362746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Saiteja Kodi(UST,IN)</cp:lastModifiedBy>
  <cp:revision>2</cp:revision>
  <dcterms:created xsi:type="dcterms:W3CDTF">2026-07-12T10:30:20Z</dcterms:created>
  <dcterms:modified xsi:type="dcterms:W3CDTF">2026-07-12T11:54:22Z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2026-07-12T11:54:22Z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2c12c68b-68ab-4de6-b045-1945719cb676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