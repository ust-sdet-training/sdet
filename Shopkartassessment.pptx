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notesMasterIdLst>
    <p:notesMasterId r:id="rId13"/>
  </p:notesMasterIdLst>
  <p:sldIdLst>
    <p:sldId id="256" r:id="rId2"/>
    <p:sldId id="257" r:id="rId3"/>
    <p:sldId id="268" r:id="rId4"/>
    <p:sldId id="259" r:id="rId5"/>
    <p:sldId id="266" r:id="rId6"/>
    <p:sldId id="267" r:id="rId7"/>
    <p:sldId id="260" r:id="rId8"/>
    <p:sldId id="261" r:id="rId9"/>
    <p:sldId id="263" r:id="rId10"/>
    <p:sldId id="264" r:id="rId11"/>
    <p:sldId id="265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836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7514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80199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22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72946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7114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7531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6782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6385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9915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842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149639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33929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97352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17208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1102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774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44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kram3044/week6-gate6/actions/runs/29190569143" TargetMode="Externa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" y="91440"/>
            <a:ext cx="6400800" cy="64008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6597396" y="234856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GATE 6 · SDET TRAINING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Test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Framework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BDD + DB verification, wired into Allure &amp; Extent reporting,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through a GitHub Actions CI/CD pipeline.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1298448" cy="420624"/>
          </a:xfrm>
          <a:prstGeom prst="roundRect">
            <a:avLst>
              <a:gd name="adj" fmla="val 17391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0" y="5212080"/>
            <a:ext cx="1298448" cy="420624"/>
          </a:xfrm>
          <a:prstGeom prst="roundRect">
            <a:avLst>
              <a:gd name="adj" fmla="val 17391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286000" y="521208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BDD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49040" y="5212080"/>
            <a:ext cx="1298448" cy="420624"/>
          </a:xfrm>
          <a:prstGeom prst="roundRect">
            <a:avLst>
              <a:gd name="adj" fmla="val 17391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49040" y="521208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Verify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12080" y="5212080"/>
            <a:ext cx="1385316" cy="420624"/>
          </a:xfrm>
          <a:prstGeom prst="roundRect">
            <a:avLst>
              <a:gd name="adj" fmla="val 17391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212080" y="5212080"/>
            <a:ext cx="13853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61988" y="521208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71132" y="5202936"/>
            <a:ext cx="1472184" cy="420624"/>
          </a:xfrm>
          <a:prstGeom prst="roundRect">
            <a:avLst>
              <a:gd name="adj" fmla="val 17391"/>
            </a:avLst>
          </a:prstGeom>
          <a:solidFill>
            <a:srgbClr val="141B4D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61988" y="5202936"/>
            <a:ext cx="1472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6550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02082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package structure: API clients, builders, config, models, reporting, step defs, support, UI page objects.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624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5877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29535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tests, Cucumber BDD features, and a full checkout E2E flow with direct DB verification.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557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520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Stack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(categories, history, trend) running side-by-side with an ExtentReports Spark HTML report.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453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481888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MySQL service container, Gradle test run, Allure report build, publish to GitHub Pages.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22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5422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53858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71600" y="575157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run, watch it go green, open the published Allure report with real history.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035BCC-85ED-6DBF-1EF4-0AAC8BFB6D1E}"/>
              </a:ext>
            </a:extLst>
          </p:cNvPr>
          <p:cNvSpPr txBox="1"/>
          <p:nvPr/>
        </p:nvSpPr>
        <p:spPr>
          <a:xfrm>
            <a:off x="635000" y="782637"/>
            <a:ext cx="62788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 LINK FOR CI/CD</a:t>
            </a:r>
          </a:p>
          <a:p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000" dirty="0"/>
              <a:t>updated tests · </a:t>
            </a:r>
            <a:r>
              <a:rPr lang="en-IN" sz="20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https://github.com/304483/shopkartassessnmentsaturday</a:t>
            </a:r>
            <a:endParaRPr lang="en-IN" sz="2000" b="1" u="sng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22A297-8F68-5163-F188-3306195B15E9}"/>
              </a:ext>
            </a:extLst>
          </p:cNvPr>
          <p:cNvSpPr txBox="1"/>
          <p:nvPr/>
        </p:nvSpPr>
        <p:spPr>
          <a:xfrm>
            <a:off x="1011767" y="2415626"/>
            <a:ext cx="6101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 LINK FOR ACTIONS PAGES</a:t>
            </a:r>
          </a:p>
          <a:p>
            <a:endParaRPr lang="en-IN" dirty="0"/>
          </a:p>
          <a:p>
            <a:r>
              <a:rPr lang="en-IN" dirty="0">
                <a:hlinkClick r:id="rId2"/>
              </a:rPr>
              <a:t>updated tests · </a:t>
            </a:r>
            <a:r>
              <a:rPr lang="en-IN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https://github.com/304483/shopkartassessnmentsaturday/actions/runs/29195568364/job/86657799651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A7E9F-F821-D912-5DE8-C37259C84320}"/>
              </a:ext>
            </a:extLst>
          </p:cNvPr>
          <p:cNvSpPr txBox="1"/>
          <p:nvPr/>
        </p:nvSpPr>
        <p:spPr>
          <a:xfrm>
            <a:off x="723900" y="4105593"/>
            <a:ext cx="6101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ALLURE REPORT</a:t>
            </a:r>
          </a:p>
          <a:p>
            <a:r>
              <a:rPr lang="en-IN" u="sng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https://304483.github.io/shopkartassessnmentsaturday/2/index.html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110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We Prove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293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463040" y="18745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4928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TotalCartApiTest, ProductApiTest, OutOfStockApiTest, OrderAccessApiTest, CancelOrderApiTest — status codes, payload assertions, ownership rules.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19672" y="19293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78040" y="18745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Features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2194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19672" y="2606040"/>
            <a:ext cx="4928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checkout.feature and search.feature, glued to CheckoutSteps / SearchProductsSteps under com.ust.shopkart, run via RunCucumberTest.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04672" y="4169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63040" y="4114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4348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CHECKOUTE2ETEST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4846320"/>
            <a:ext cx="4928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search → cart → place order → fetch order, each phase traced as an Allure @Step with attached evidence.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19672" y="4169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A4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78040" y="4114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Verification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44348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DBSUPPORT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19672" y="4846320"/>
            <a:ext cx="4928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API-level assertion is cross-checked directly against MySQL — cart quantities, unit prices, order status and totals.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61A0B0B-B6B9-9626-F452-6B17250A60AF}"/>
              </a:ext>
            </a:extLst>
          </p:cNvPr>
          <p:cNvSpPr txBox="1"/>
          <p:nvPr/>
        </p:nvSpPr>
        <p:spPr>
          <a:xfrm>
            <a:off x="250372" y="381391"/>
            <a:ext cx="644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Folder Structure(</a:t>
            </a:r>
            <a:r>
              <a:rPr lang="en-IN" b="1" dirty="0" err="1"/>
              <a:t>Framwork</a:t>
            </a:r>
            <a:r>
              <a:rPr lang="en-IN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BA923D-39A7-D72D-2B12-026318C1E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25" y="1038198"/>
            <a:ext cx="3195518" cy="5438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1D4555-6F96-9EA7-71D6-E30AE8935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323" y="957921"/>
            <a:ext cx="3136374" cy="5438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EE374C-0EC2-C716-F957-39F859A9E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9459" y="957920"/>
            <a:ext cx="3054944" cy="559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41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F30B56-0FBC-EFD6-1C23-F1ABD91A5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24" y="1513115"/>
            <a:ext cx="3624114" cy="47461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20034E-01E2-874B-EEFB-44A0F4F75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936" y="1667219"/>
            <a:ext cx="3310952" cy="452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E61FB9-E7D8-BE3F-4F11-E3A95D559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486" y="1558361"/>
            <a:ext cx="3702116" cy="47461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F1DCC9-48BD-3278-F465-4AB868E9F6FA}"/>
              </a:ext>
            </a:extLst>
          </p:cNvPr>
          <p:cNvSpPr txBox="1"/>
          <p:nvPr/>
        </p:nvSpPr>
        <p:spPr>
          <a:xfrm>
            <a:off x="683812" y="723569"/>
            <a:ext cx="282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build.gradle.kts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6162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CHECKOUTE2ETEST.JAVA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Test, Seven Traced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65960" y="2084832"/>
            <a:ext cx="1955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61489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161489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61489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78809" y="2084832"/>
            <a:ext cx="1955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74338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74338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4338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91658" y="2084832"/>
            <a:ext cx="1955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87188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87188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87188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04508" y="2084832"/>
            <a:ext cx="1955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00037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00037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00037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7357" y="2084832"/>
            <a:ext cx="1955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612886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12886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12886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30206" y="2084832"/>
            <a:ext cx="1955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225735" y="210312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5875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225735" y="21031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25735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 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79476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is annotated, evidenced, and categorized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44348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@Epic / @Feature / @Story / @Severity / @Description — rich Allure grouping, not raw method names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@Step("...") on each private helper — renders as an expandable timeline inside the Allure report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@Attachment("{name}") — real API responses and DB rows attached as text evidence per step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REPORTS, ONE SUITE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 + Extent, Side by Side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20299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6177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allure-junit5 + allure-cucumber7-jvm — covers both plain JUnit5 tests and Cucumber scenarios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categories.json — auto-buckets failures into Flaky, Test defects (broken), Product defects (failed)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Trend — preserved run-over-run via the gh-pages branch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Suites, Behaviors, Packages, Timeline, Graphs — severity, duration, retries all visualized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37960" y="20299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SPARK REPORT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514600"/>
            <a:ext cx="46177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ExtentTestListener — one JUnit5 extension, applied once on AbstractShopkartTest, inherited by every test class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/ Flaky / Skip all classified via TestWatcher callbacks, with a FLAKY_PATTERN regex matching Allure's own categories.json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HTML — SparkReport.html, viewable with zero server setup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events, timeline, and system info (OS, Java version) baked into every run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Push To Published Report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+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JDK 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21992" y="1764792"/>
            <a:ext cx="22549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29195" y="17830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29195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MySQL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02547" y="1764792"/>
            <a:ext cx="22549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09750" y="17830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09750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test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(maxParallelForks=1)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3102" y="1764792"/>
            <a:ext cx="22549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90305" y="17830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90305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Allure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Exist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657" y="1764792"/>
            <a:ext cx="22549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70860" y="17830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2FA3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070860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Report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History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44212" y="1764792"/>
            <a:ext cx="22549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51415" y="17830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9050">
            <a:solidFill>
              <a:srgbClr val="2FA3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951415" y="17830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3493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matters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38862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maxParallelForks = 1 is set globally. With a shared MySQL instance, parallel forks caused real race-condition test failures — fixed once, applies to every future task.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32918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99432" y="3493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that persists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99432" y="38862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gh-pages is checked out before the report builds, and simple-elf/allure-report-action merges old + new results so the Trend graph spans runs, not just one.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93024" y="32918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421624" y="3493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gotcha we hit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421624" y="38862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simple-elf's report action leaves a root-owned .git folder inside allure-history; peaceiris/actions-gh-pages can't clean it without sudo rm -rf — now handled explicitly.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764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small change to shahbaz-week06-gate6 and open the Actions tab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384048" cy="384048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47802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MySQL service container spin up, then ./gradlew test run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384048" cy="384048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1912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Verify Allure Results step passing (results actually generated)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384048" cy="384048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9044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published GitHub Pages Allure report — point out Trend and Categories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636008"/>
            <a:ext cx="384048" cy="384048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617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local ExtentReports Spark HTML report side by side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384048" cy="384048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53309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one failing CategoryDemonstrationTest to show Flaky vs Broken vs Failed classification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9717" y="-1965960"/>
            <a:ext cx="6400800" cy="64008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Test Automation Framework — Week 6, Gate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 ·  Cucumber  ·  MySQL Verification  ·  Allure  ·  Extent Spark  ·  GitHub Actions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</TotalTime>
  <Words>869</Words>
  <Application>Microsoft Office PowerPoint</Application>
  <PresentationFormat>Widescreen</PresentationFormat>
  <Paragraphs>151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Ragumaan J</cp:lastModifiedBy>
  <cp:revision>7</cp:revision>
  <dcterms:created xsi:type="dcterms:W3CDTF">2026-07-12T10:37:26Z</dcterms:created>
  <dcterms:modified xsi:type="dcterms:W3CDTF">2026-07-12T14:40:59Z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2026-07-12T10:58:34Z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4c545f37-9640-465c-b82d-5de708aaf071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