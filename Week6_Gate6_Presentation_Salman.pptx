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80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3438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412215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68991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6420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44329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7040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0098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682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7181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4288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9645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4381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7/12/2026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61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9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COURSE / WEEK ]  CAPSTONE ASSESSMENT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51460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Shopkart</a:t>
            </a: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Automation Framework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Testing Automation Capstone — UI, API, Database, CI/CD &amp; Reporting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118872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[Language]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57984" y="4709160"/>
            <a:ext cx="137160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157984" y="4709160"/>
            <a:ext cx="137160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[Build Tool]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75888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75888" y="4709160"/>
            <a:ext cx="118872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[BDD Tool]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10912" y="4709160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10912" y="4709160"/>
            <a:ext cx="109728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[UI Tool]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54496" y="4709160"/>
            <a:ext cx="118872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[API Tool]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4709160"/>
            <a:ext cx="118872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589520" y="4709160"/>
            <a:ext cx="118872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[Database]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24544" y="4709160"/>
            <a:ext cx="109728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924544" y="4709160"/>
            <a:ext cx="109728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[CI Tool]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68128" y="4709160"/>
            <a:ext cx="1737360" cy="384048"/>
          </a:xfrm>
          <a:prstGeom prst="roundRect">
            <a:avLst>
              <a:gd name="adj" fmla="val 14286"/>
            </a:avLst>
          </a:prstGeom>
          <a:solidFill>
            <a:schemeClr val="bg2">
              <a:lumMod val="25000"/>
            </a:schemeClr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168128" y="4709160"/>
            <a:ext cx="1737360" cy="384048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[Reporting Tool]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596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Testing Trainer Review  |  10-Minute Technical Demo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6254496"/>
            <a:ext cx="9198864" cy="501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Repo: https://github.com/Salmon91007/Salman_ShopKart_Assessment.git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project sets out to prove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059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7335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217627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automate critical business flows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layers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45186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31927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2]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82219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validate UI + API + Database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4709160"/>
            <a:ext cx="4398264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barchart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977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965192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[Objective 3]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5468112"/>
            <a:ext cx="3209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generate automated CI reports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129784" y="1417320"/>
            <a:ext cx="6601968" cy="4754880"/>
          </a:xfrm>
          <a:prstGeom prst="roundRect">
            <a:avLst>
              <a:gd name="adj" fmla="val 4337"/>
            </a:avLst>
          </a:prstGeom>
          <a:solidFill>
            <a:srgbClr val="EAF0FA"/>
          </a:solidFill>
          <a:ln w="19050">
            <a:solidFill>
              <a:srgbClr val="4A6FA5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image_4A6FA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 Screenshot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github.com/your-username/your-repo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0D8D3AB-2CDC-2485-C0A2-91BD136979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9784" y="1417320"/>
            <a:ext cx="6601968" cy="47548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layered architecture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file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527048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41732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75688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play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33172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21992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Definitions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2880360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26664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layers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13639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026664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 |  API  |  Database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7200" y="3685032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831336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94106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831336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4489704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636008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github_1E276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745736"/>
            <a:ext cx="438912" cy="4389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4636008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Pipeline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57200" y="5294376"/>
            <a:ext cx="4398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5440680"/>
            <a:ext cx="4398264" cy="658368"/>
          </a:xfrm>
          <a:prstGeom prst="roundRect">
            <a:avLst>
              <a:gd name="adj" fmla="val 9722"/>
            </a:avLst>
          </a:prstGeom>
          <a:solidFill>
            <a:srgbClr val="F4F7FC"/>
          </a:solidFill>
          <a:ln w="15875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5" descr="icons/cloud_1E276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5550408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88720" y="5440680"/>
            <a:ext cx="3529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Report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github.com/your-username/your-repo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7E269AE-5C49-E7F9-CF10-924A385AC0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4536" y="942533"/>
            <a:ext cx="4398264" cy="548499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Coverage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398264" cy="457200"/>
          </a:xfrm>
          <a:prstGeom prst="roundRect">
            <a:avLst>
              <a:gd name="adj" fmla="val 12000"/>
            </a:avLst>
          </a:prstGeom>
          <a:solidFill>
            <a:schemeClr val="bg2">
              <a:lumMod val="25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7768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6616" y="1417320"/>
            <a:ext cx="68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200" dirty="0"/>
          </a:p>
        </p:txBody>
      </p:sp>
      <p:pic>
        <p:nvPicPr>
          <p:cNvPr id="10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057400"/>
            <a:ext cx="292608" cy="292608"/>
          </a:xfrm>
          <a:prstGeom prst="rect">
            <a:avLst/>
          </a:prstGeom>
        </p:spPr>
      </p:pic>
      <p:pic>
        <p:nvPicPr>
          <p:cNvPr id="11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057400"/>
            <a:ext cx="292608" cy="29260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47032" y="213969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9"/>
          <p:cNvSpPr/>
          <p:nvPr/>
        </p:nvSpPr>
        <p:spPr>
          <a:xfrm>
            <a:off x="457200" y="2532888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/>
          <p:nvPr/>
        </p:nvSpPr>
        <p:spPr>
          <a:xfrm>
            <a:off x="594360" y="253288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200" dirty="0"/>
          </a:p>
        </p:txBody>
      </p:sp>
      <p:pic>
        <p:nvPicPr>
          <p:cNvPr id="15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2715768"/>
            <a:ext cx="292608" cy="292608"/>
          </a:xfrm>
          <a:prstGeom prst="rect">
            <a:avLst/>
          </a:prstGeom>
        </p:spPr>
      </p:pic>
      <p:pic>
        <p:nvPicPr>
          <p:cNvPr id="16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2715768"/>
            <a:ext cx="292608" cy="292608"/>
          </a:xfrm>
          <a:prstGeom prst="rect">
            <a:avLst/>
          </a:prstGeom>
        </p:spPr>
      </p:pic>
      <p:pic>
        <p:nvPicPr>
          <p:cNvPr id="17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2715768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4360" y="3191256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</a:t>
            </a:r>
            <a:endParaRPr lang="en-US" sz="1200" dirty="0"/>
          </a:p>
        </p:txBody>
      </p:sp>
      <p:pic>
        <p:nvPicPr>
          <p:cNvPr id="19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3374136"/>
            <a:ext cx="292608" cy="292608"/>
          </a:xfrm>
          <a:prstGeom prst="rect">
            <a:avLst/>
          </a:prstGeom>
        </p:spPr>
      </p:pic>
      <p:pic>
        <p:nvPicPr>
          <p:cNvPr id="20" name="Image 6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3374136"/>
            <a:ext cx="292608" cy="292608"/>
          </a:xfrm>
          <a:prstGeom prst="rect">
            <a:avLst/>
          </a:prstGeom>
        </p:spPr>
      </p:pic>
      <p:pic>
        <p:nvPicPr>
          <p:cNvPr id="21" name="Image 7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3374136"/>
            <a:ext cx="292608" cy="292608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457200" y="3849624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3"/>
          <p:cNvSpPr/>
          <p:nvPr/>
        </p:nvSpPr>
        <p:spPr>
          <a:xfrm>
            <a:off x="594360" y="3849624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3069336" y="4114800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8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032504"/>
            <a:ext cx="292608" cy="292608"/>
          </a:xfrm>
          <a:prstGeom prst="rect">
            <a:avLst/>
          </a:prstGeom>
        </p:spPr>
      </p:pic>
      <p:pic>
        <p:nvPicPr>
          <p:cNvPr id="26" name="Image 9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032504"/>
            <a:ext cx="292608" cy="29260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94360" y="450799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</a:t>
            </a:r>
            <a:endParaRPr lang="en-US" sz="1200" dirty="0"/>
          </a:p>
        </p:txBody>
      </p:sp>
      <p:pic>
        <p:nvPicPr>
          <p:cNvPr id="28" name="Image 1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4690872"/>
            <a:ext cx="292608" cy="292608"/>
          </a:xfrm>
          <a:prstGeom prst="rect">
            <a:avLst/>
          </a:prstGeom>
        </p:spPr>
      </p:pic>
      <p:pic>
        <p:nvPicPr>
          <p:cNvPr id="29" name="Image 1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4690872"/>
            <a:ext cx="292608" cy="292608"/>
          </a:xfrm>
          <a:prstGeom prst="rect">
            <a:avLst/>
          </a:prstGeom>
        </p:spPr>
      </p:pic>
      <p:pic>
        <p:nvPicPr>
          <p:cNvPr id="30" name="Image 1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4690872"/>
            <a:ext cx="292608" cy="292608"/>
          </a:xfrm>
          <a:prstGeom prst="rect">
            <a:avLst/>
          </a:prstGeom>
        </p:spPr>
      </p:pic>
      <p:sp>
        <p:nvSpPr>
          <p:cNvPr id="31" name="Shape 16"/>
          <p:cNvSpPr/>
          <p:nvPr/>
        </p:nvSpPr>
        <p:spPr>
          <a:xfrm>
            <a:off x="457200" y="5166360"/>
            <a:ext cx="4398264" cy="658368"/>
          </a:xfrm>
          <a:prstGeom prst="rect">
            <a:avLst/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17"/>
          <p:cNvSpPr/>
          <p:nvPr/>
        </p:nvSpPr>
        <p:spPr>
          <a:xfrm>
            <a:off x="594360" y="51663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</a:t>
            </a:r>
            <a:endParaRPr lang="en-US" sz="1200" dirty="0"/>
          </a:p>
        </p:txBody>
      </p:sp>
      <p:pic>
        <p:nvPicPr>
          <p:cNvPr id="33" name="Image 1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040" y="5349240"/>
            <a:ext cx="292608" cy="292608"/>
          </a:xfrm>
          <a:prstGeom prst="rect">
            <a:avLst/>
          </a:prstGeom>
        </p:spPr>
      </p:pic>
      <p:sp>
        <p:nvSpPr>
          <p:cNvPr id="34" name="Shape 18"/>
          <p:cNvSpPr/>
          <p:nvPr/>
        </p:nvSpPr>
        <p:spPr>
          <a:xfrm>
            <a:off x="3758184" y="5431536"/>
            <a:ext cx="128016" cy="128016"/>
          </a:xfrm>
          <a:prstGeom prst="ellipse">
            <a:avLst/>
          </a:prstGeom>
          <a:solidFill>
            <a:srgbClr val="D6DE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5" name="Image 1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4736" y="5349240"/>
            <a:ext cx="292608" cy="292608"/>
          </a:xfrm>
          <a:prstGeom prst="rect">
            <a:avLst/>
          </a:prstGeom>
        </p:spPr>
      </p:pic>
      <p:pic>
        <p:nvPicPr>
          <p:cNvPr id="37" name="Image 15" descr="icons/image_4A6F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378" y="3072018"/>
            <a:ext cx="760781" cy="760781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5312664" y="3908877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 Screenshot</a:t>
            </a:r>
            <a:endParaRPr lang="en-US" sz="1300" dirty="0"/>
          </a:p>
        </p:txBody>
      </p:sp>
      <p:sp>
        <p:nvSpPr>
          <p:cNvPr id="39" name="Text 21"/>
          <p:cNvSpPr/>
          <p:nvPr/>
        </p:nvSpPr>
        <p:spPr>
          <a:xfrm>
            <a:off x="5312664" y="4256349"/>
            <a:ext cx="623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screenshot here</a:t>
            </a:r>
            <a:endParaRPr lang="en-US" sz="1000" dirty="0"/>
          </a:p>
        </p:txBody>
      </p:sp>
      <p:sp>
        <p:nvSpPr>
          <p:cNvPr id="40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github.com/your-username/your-repo</a:t>
            </a:r>
            <a:endParaRPr lang="en-US" sz="1000" dirty="0"/>
          </a:p>
        </p:txBody>
      </p:sp>
      <p:sp>
        <p:nvSpPr>
          <p:cNvPr id="41" name="Text 2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9CF20957-6104-0BB9-DAD7-416F9E6613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1275" y="1417320"/>
            <a:ext cx="6836565" cy="440740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Execution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suite on a developer machine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play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675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tests using your build tool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31636" y="1371600"/>
            <a:ext cx="5500116" cy="502920"/>
          </a:xfrm>
          <a:prstGeom prst="roundRect">
            <a:avLst>
              <a:gd name="adj" fmla="val 10909"/>
            </a:avLst>
          </a:prstGeom>
          <a:solidFill>
            <a:srgbClr val="F4F7F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icons/tag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8796" y="147675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0276" y="1371600"/>
            <a:ext cx="48143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execution using tags / groups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1F61459-9044-D5C0-1AC7-2F85C6D98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2293558"/>
            <a:ext cx="8382000" cy="396093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</a:t>
            </a:r>
            <a:endParaRPr lang="en-US" sz="2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triggers a fully automated cycle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241044"/>
            <a:ext cx="4398264" cy="77724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icons/gitbranch_1E27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91920"/>
            <a:ext cx="475488" cy="4754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" name="Text 3"/>
          <p:cNvSpPr/>
          <p:nvPr/>
        </p:nvSpPr>
        <p:spPr>
          <a:xfrm>
            <a:off x="1143000" y="1241044"/>
            <a:ext cx="3438144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Push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0040" y="2018284"/>
            <a:ext cx="439826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2201164"/>
            <a:ext cx="4398264" cy="77724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icons/github_1E27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352040"/>
            <a:ext cx="475488" cy="4754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Text 6"/>
          <p:cNvSpPr/>
          <p:nvPr/>
        </p:nvSpPr>
        <p:spPr>
          <a:xfrm>
            <a:off x="1143000" y="2201164"/>
            <a:ext cx="3438144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Trigger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0040" y="2978404"/>
            <a:ext cx="439826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20040" y="3161284"/>
            <a:ext cx="4398264" cy="77724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icons/play_1E27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312160"/>
            <a:ext cx="475488" cy="4754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4" name="Text 9"/>
          <p:cNvSpPr/>
          <p:nvPr/>
        </p:nvSpPr>
        <p:spPr>
          <a:xfrm>
            <a:off x="1143000" y="3161284"/>
            <a:ext cx="3438144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20040" y="3938524"/>
            <a:ext cx="439826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20040" y="4121404"/>
            <a:ext cx="4398264" cy="77724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icons/barchart_1E27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272280"/>
            <a:ext cx="475488" cy="4754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8" name="Text 12"/>
          <p:cNvSpPr/>
          <p:nvPr/>
        </p:nvSpPr>
        <p:spPr>
          <a:xfrm>
            <a:off x="1143000" y="4121404"/>
            <a:ext cx="3438144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Report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320040" y="4898644"/>
            <a:ext cx="4398264" cy="1828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20040" y="5081524"/>
            <a:ext cx="4398264" cy="777240"/>
          </a:xfrm>
          <a:prstGeom prst="roundRect">
            <a:avLst>
              <a:gd name="adj" fmla="val 8235"/>
            </a:avLst>
          </a:prstGeom>
          <a:solidFill>
            <a:schemeClr val="bg1"/>
          </a:solidFill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4" descr="icons/cloud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5232400"/>
            <a:ext cx="475488" cy="47548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2" name="Text 15"/>
          <p:cNvSpPr/>
          <p:nvPr/>
        </p:nvSpPr>
        <p:spPr>
          <a:xfrm>
            <a:off x="1143000" y="5081524"/>
            <a:ext cx="3438144" cy="7772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Publish Report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EC19BE6-EE8D-1A94-1F19-A6A9DBE6F4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4104" y="231612"/>
            <a:ext cx="6513576" cy="319738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77F48EE-9399-0E74-950B-CB99CAEF8A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04104" y="3807478"/>
            <a:ext cx="6502979" cy="271776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601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pic>
        <p:nvPicPr>
          <p:cNvPr id="4" name="Image 0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141732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76360" y="132588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500" dirty="0"/>
          </a:p>
        </p:txBody>
      </p:sp>
      <p:pic>
        <p:nvPicPr>
          <p:cNvPr id="6" name="Image 1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76360" y="1947672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Automation</a:t>
            </a:r>
            <a:endParaRPr lang="en-US" sz="1500" dirty="0"/>
          </a:p>
        </p:txBody>
      </p:sp>
      <p:pic>
        <p:nvPicPr>
          <p:cNvPr id="8" name="Image 2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660904"/>
            <a:ext cx="347472" cy="3474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76360" y="2569464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Validation</a:t>
            </a:r>
            <a:endParaRPr lang="en-US" sz="1500" dirty="0"/>
          </a:p>
        </p:txBody>
      </p:sp>
      <p:pic>
        <p:nvPicPr>
          <p:cNvPr id="10" name="Image 3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3282696"/>
            <a:ext cx="347472" cy="3474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76360" y="3191256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Validation</a:t>
            </a:r>
            <a:endParaRPr lang="en-US" sz="1500" dirty="0"/>
          </a:p>
        </p:txBody>
      </p:sp>
      <p:pic>
        <p:nvPicPr>
          <p:cNvPr id="12" name="Image 4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3904488"/>
            <a:ext cx="347472" cy="34747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76360" y="3813048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</a:t>
            </a:r>
            <a:endParaRPr lang="en-US" sz="1500" dirty="0"/>
          </a:p>
        </p:txBody>
      </p:sp>
      <p:pic>
        <p:nvPicPr>
          <p:cNvPr id="14" name="Image 5" descr="icons/check_4A6FA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526280"/>
            <a:ext cx="347472" cy="34747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976360" y="443484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Reporting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5312664" y="3333902"/>
            <a:ext cx="6236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11430000" y="652881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A649DB-F051-29A2-A504-9CC72B8FC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08176"/>
            <a:ext cx="7616952" cy="3648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36</TotalTime>
  <Words>279</Words>
  <Application>Microsoft Office PowerPoint</Application>
  <PresentationFormat>Widescreen</PresentationFormat>
  <Paragraphs>86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Gill Sans MT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Salman Benny Kaliboina(UST,IN)</cp:lastModifiedBy>
  <cp:revision>4</cp:revision>
  <dcterms:created xsi:type="dcterms:W3CDTF">2026-07-12T11:06:23Z</dcterms:created>
  <dcterms:modified xsi:type="dcterms:W3CDTF">2026-07-12T12:23:19Z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2026-07-12T11:46:23Z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b5d9eb7a-bc7e-4651-bfea-6c93b7f17211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