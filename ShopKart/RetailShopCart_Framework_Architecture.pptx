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RETAILSHOPCARTCAPSTONE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Test Automation Framework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Cucumber-BDD, REST Assured + Selenium framework for the ShopKart app is organized layer by layer — and the reasoning behind each layer.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393546" cy="384048"/>
          </a:xfrm>
          <a:prstGeom prst="roundRect">
            <a:avLst>
              <a:gd name="adj" fmla="val 19048"/>
            </a:avLst>
          </a:prstGeom>
          <a:solidFill>
            <a:srgbClr val="13315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92040"/>
            <a:ext cx="1393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(Cucumber)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6778" y="4892040"/>
            <a:ext cx="1236269" cy="384048"/>
          </a:xfrm>
          <a:prstGeom prst="roundRect">
            <a:avLst>
              <a:gd name="adj" fmla="val 19048"/>
            </a:avLst>
          </a:prstGeom>
          <a:solidFill>
            <a:srgbClr val="13315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6778" y="4892040"/>
            <a:ext cx="12362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7638" y="4892040"/>
            <a:ext cx="1157630" cy="384048"/>
          </a:xfrm>
          <a:prstGeom prst="roundRect">
            <a:avLst>
              <a:gd name="adj" fmla="val 19048"/>
            </a:avLst>
          </a:prstGeom>
          <a:solidFill>
            <a:srgbClr val="13315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7638" y="4892040"/>
            <a:ext cx="1157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9861" y="4892040"/>
            <a:ext cx="1393546" cy="384048"/>
          </a:xfrm>
          <a:prstGeom prst="roundRect">
            <a:avLst>
              <a:gd name="adj" fmla="val 19048"/>
            </a:avLst>
          </a:prstGeom>
          <a:solidFill>
            <a:srgbClr val="13315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9861" y="4892040"/>
            <a:ext cx="1393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87998" y="4892040"/>
            <a:ext cx="921715" cy="384048"/>
          </a:xfrm>
          <a:prstGeom prst="roundRect">
            <a:avLst>
              <a:gd name="adj" fmla="val 19048"/>
            </a:avLst>
          </a:prstGeom>
          <a:solidFill>
            <a:srgbClr val="13315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7998" y="4892040"/>
            <a:ext cx="9217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two front doors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drives the ShopKart storefront two ways — through its REST API and through its browser UI — from a single shared codebase, described in plain-language Cucumber scenarios.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call ShopKart's REST endpoints (auth, cart, order, product) directly — fast, no browser needed.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3317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6517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36008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3794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drive the real storefront in a browser to validate what customers actually see and click.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74736" y="23317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6517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49056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Layer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49056" y="3794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written in Gherkin describe behavior in business language; step definitions translate it to code.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travels through five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Runner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1234440"/>
            <a:ext cx="7525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.feature files — human-readable scenarios (CheckoutE2E, OrderCancel, CartTotals…) run by RunCucumberTest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57316" y="2135124"/>
            <a:ext cx="274320" cy="118872"/>
          </a:xfrm>
          <a:prstGeom prst="rect">
            <a:avLst/>
          </a:prstGeom>
          <a:solidFill>
            <a:srgbClr val="F6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387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5856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Definitions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2258568"/>
            <a:ext cx="7525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AuthSteps, CartSteps, OrderSteps… map each Gherkin line to Java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57316" y="3159252"/>
            <a:ext cx="274320" cy="118872"/>
          </a:xfrm>
          <a:prstGeom prst="rect">
            <a:avLst/>
          </a:prstGeom>
          <a:solidFill>
            <a:srgbClr val="F6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387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8269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&amp; Pages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282696"/>
            <a:ext cx="7525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AuthClient/CartClient/OrderClient hit the API; ShopKart*Page objects drive the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7316" y="4183380"/>
            <a:ext cx="274320" cy="118872"/>
          </a:xfrm>
          <a:prstGeom prst="rect">
            <a:avLst/>
          </a:prstGeom>
          <a:solidFill>
            <a:srgbClr val="F6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387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0682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Builders, Models &amp; Specs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4306824"/>
            <a:ext cx="7525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CartBuilder/OrderBuilder assemble test data; request/response models + RequestSpecs/ResponseSpecs shape and validate calls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5207508"/>
            <a:ext cx="274320" cy="118872"/>
          </a:xfrm>
          <a:prstGeom prst="rect">
            <a:avLst/>
          </a:prstGeom>
          <a:solidFill>
            <a:srgbClr val="F6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387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3095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Resources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94760" y="5330952"/>
            <a:ext cx="7525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ConfigReader, EnvReader, Hooks + properties/allure/categories.json wire everything to an environment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split it up? One job per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test logic, data, and low-level calls in one file is the #1 reason automation suites become unmaintainable. Each layer here owns exactly one concern.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B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7048" y="242316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527048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read like requirements — stakeholders can review CheckoutE2E.feature without touching Java.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B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88536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93008" y="3794760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CartBuilder or ProductClient is written once and reused across dozens of scenarios instead of copy-pasted.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B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50024" y="242316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050024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36208" y="32004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of change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54496" y="3794760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change lives in ui/pages; an endpoint change lives in clients — tests above them don't move.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33104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B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11512" y="24231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81151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97696" y="32004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15984" y="3794760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(a client, a builder, a page) can be unit-tested or debugged independently of the rest.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step definitions speak two languages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features/*.feature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Cancel a placed order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a customer has an active order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they cancel the order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the order status is Cancelled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CartTotals · CheckoutE2E · OrderAccess · OrderCancel · ProductOutOfStock · ProductSearch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the business: no code, just intent and expected outcomes.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893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37960" y="123444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B3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508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stepdefs/*.java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OrderCancelSteps.java glues each Gherkin line to real code — it calls the client or page layer and asserts the result.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29809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71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AuthSteps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36499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3255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CartSteps / CartStockSteps / CartTotalSteps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749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639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OrderSteps / OrderAccessSteps / OrderCancelSteps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41330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7091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RunCucumberTest wires the runner, tags, and reporting plugin together and is the single entry point CI executes.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INTERACTION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defs never touch HTTP calls or locators directly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delegate to purpose-built objects, so the same test data and endpoints stay in one place instead of scattered across every step file.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7889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CartBuilder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20954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OrderBuilder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493776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valid (or intentionally invalid) test data for a scenario.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5603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7889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93592" y="320954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93592" y="3630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93592" y="40507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ProductClient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93592" y="493776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REST Assured calls to each ShopKart API endpoint.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5603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7889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request/*  (Login, AddCartItem…)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20954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response/* (Order, Product, Cart…)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3952" y="493776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POJOs that (de)serialize JSON payloads with type safety.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1965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Pages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89720" y="25603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54312" y="27889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ShopKartHomePage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54312" y="320954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ShopKartCartPage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54312" y="3630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ShopKartCheckoutPage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54312" y="40507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ShopKartLoginPage / OrdersPage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4312" y="493776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locators (Xp) so a UI change edits one file.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makes the same suite run anywhere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above this layer hardcodes an environment. Swap a properties file and the whole suite points at local, CI, or staging.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4086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40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ConfigReader / EnvReader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063240"/>
            <a:ext cx="4581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application-local.properties or application-ci.properties depending on where the run happens — no code change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2340864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340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648" y="3063240"/>
            <a:ext cx="4581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@Before/@After hooks handle setup, teardown, and screenshot-on-failure for every scenario.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3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53542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35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resources/allure + categories.json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5257800"/>
            <a:ext cx="4581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Allure reporting: categorize failures and produce a shareable HTML report after each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2062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3A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7648" y="4535424"/>
            <a:ext cx="658368" cy="658368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4535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.env, junit-platform.properties, build.gradle.kts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27648" y="5257800"/>
            <a:ext cx="4581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parallelism, and dependency/build config live at the project root, outside the test code.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pays off as the suite grows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21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scenario, no new plumbing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58775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.feature file reuses existing clients, pages, and builders — most of the framework is already there.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2221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1671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to fix a breakage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95160" y="258775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locator or endpoint is fixed once (in ui/pages or api/clients), not in every failing test.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UI share one source of truth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91947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entry points reuse the same models and config, so API and UI checks of the same flow can't silently drift apart.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297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CI-ready from day one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95160" y="491947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Allure reporting, and a single Cucumber runner mean the exact same command runs locally and in CI.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2026-07-12T12:28:02Z</dcterms:created>
  <dcterms:modified xsi:type="dcterms:W3CDTF">2026-07-12T12:28:02Z</dcterms:modified>
</cp:coreProperties>
</file>