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22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reviewers. This is the Week 6 pre-capstone gate review for the ShopKart automation framework — a 10-minute technical walkthrough covering framework structure, dynamic XPath, API/UI/DB automation, secure test data handling, and Allure reporting, ahead of next week's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anchor Week 6: a scalable layered framework; automation split correctly across UI, API and DB; the project team's dynamic-XPath standard; secrets that never touch the repo; and Allure reporting with redaction. The reviewer's primary lens is framework structure, scored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ShopKart is a minimal e-commerce checkout service — web UI, REST API and a relational database, provided as a running Docker image with a seeded schema. PostgreSQL is the primary database via Testcontainers; MySQL is supported as an optional variant. The team builds automation only; the application itself is not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locked for Week 6: Java 21 with Cucumber 7 on the JUnit Platform; REST Assured for API and Selenide for UI, using dynamic $x() XPath; Testcontainers 2 with PostgreSQL for isolated data, migrated by Flyway; Gradle as the primary build with a Maven variant; and Allure for reporting with history, categories and secret redaction.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is the first thing scored at the gate. Configuration is external; API and UI layers are cleanly separated; every dynamic XPath lives in one locators class; test-data builders and the secrets resolver sit apart from the tests themselves; and step definitions stay thin — glue only, no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principles hold the framework together: layered architecture with clean separation of concerns, the Page Object Model, the dynamic-XPath standard, thin step definitions, and the builder pattern for test data. The request-flow strip shows how a step definition always routes through a page or client before touching the locator or builder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Locators are relative, parameterized and centralized in one Xp class, resolved through Selenide's $x(). The API layer mirrors that discipline with one client per resource — AuthClient, ProductClient, CartClient, OrderClient — so no raw REST calls appear inside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reference data — products, SKUs, login emails — is seeded through Flyway and safe to commit. Everything secret — passwords, tokens, payment values — is sourced off-repo through a single Secrets resolver, generated at runtime, masked in logs, and kept out of Git entirely, backed by a clean gitleaks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scenarios cover every layer required by the gate: UI plus API for search, API plus DB for totals, all three layers for the flagship checkout E2E, and three API-level negatives — order access returning 403, cancel-rule conflicts, and out-of-stock returning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scenario runs login through search, add-to-cart, checkout and order placement, then proves the same fact three times: the UI confirmation, the API response, and a single PLACED row in the database — the three-layer assertion pattern the gate wants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Allure carries the evidence — dashboard, restored history, defect categories, an executive risk view, and redaction so no secret ever appears in an attachment. The demo itself is a rehearsed 10-minute sequence: framework tour, a cold execution including the E2E, the Allure report, the 403 security negative, and a closing readiness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literal gate evidence list: a cold-start green run, the correct structure, an Allure report with real history, the completed test matrix, proven data isolation, a clean secrets audit, the passing security negative, and a demo recording confirmed free of any secret.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takeaways summarize Week 6: a modular framework, integration proven across every layer, disciplined dynamic-XPath locators, secure test data handling, reliable isolation through Testcontainers, and reporting that gives reviewers real insight — all of it feeding directly into the Week 7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framework source is available in the shopkart-automation GitHub repository — reviewers and mentors can clone it directly to inspect the folder structure, feature files, and CI setup discussed in this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 on the framework structure, dynamic XPath standard, or secret-handling approach, and confirm readiness for the Week 7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– Pre-Capstone Build Brief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Framework Implementation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37947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389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559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Automation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93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modular structure that scales cleanly into the Week 7 capstone.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234440" y="2468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UI, API &amp; Database Automation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8254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proven at the correct layer — not funneled through the UI.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234440" y="33649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72160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 locators anchored on stable attributes and text.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234440" y="426110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Test Data Handling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617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resolved off-repo at runtime; never logged, never committed.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1234440" y="51572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with Allure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5138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categories and an executive view — with redaction built in.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6 FOCUS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2148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first.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coverage.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proof.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283464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(provided, running)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2702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SCOPE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4897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only — not the app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0" y="49286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LIVE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0" y="5148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rehearsed demo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— Checkout Reference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1984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/ Web 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 · dynamic XPath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10800000">
            <a:off x="2907792" y="2807208"/>
            <a:ext cx="219456" cy="201168"/>
          </a:xfrm>
          <a:prstGeom prst="triangl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3191256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88720" y="3300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Bearer-token auth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2907792" y="4123944"/>
            <a:ext cx="219456" cy="201168"/>
          </a:xfrm>
          <a:prstGeom prst="triangl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4507992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39447A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992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Testcontainers-isolated · MySQL optional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916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160020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97880" y="192024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648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1305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 — interact via dynamic XPath locators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274320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26480" y="26974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29535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http://localhost:8080/api — Bearer-token auth on cart/order routes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97880" y="356616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77647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(Testcontainers, one instance per test class) 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438912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6480" y="43434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45994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Docker image, seeded schema — money stored in paise (integer)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97880" y="521208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26480" y="51663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SCOPE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54223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automation against ShopKart — the app itself is already running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Stack — Week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3232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 (LTS)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83864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83864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83864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Cucumber 7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3864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feature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54496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54496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54496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Platform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54496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60536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25128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025128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25128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25128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3232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Selenide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 · $x() dynamic XPath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483864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8386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83864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2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483864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DB isolation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9904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54496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54496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54496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254496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 (MySQL optional)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860536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025128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25128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25128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025128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seed migration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13232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13232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3232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Gradle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13232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build tool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19272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483864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483864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83864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3483864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variant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89904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254496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54496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54496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6254496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history · redaction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Folder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20840" y="169164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208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7269480" y="16642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environment-aware settings — local vs 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5694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7269480" y="254203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ui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9480" y="28437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clients and Selenide pages, fully separated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344728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7269480" y="34198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support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69480" y="37216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dynamic XPath lives in one reusable class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4325112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2084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7269480" y="42976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9480" y="4599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Builders, the secrets resolver and DB support — apart from tests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520293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208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7269480" y="51755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stepdefs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69480" y="54772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glue that calls pages/clients — no business logic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910FEDB-1C17-1527-8E42-11FAD4AD5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5852160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10" name="Text 8"/>
          <p:cNvSpPr/>
          <p:nvPr/>
        </p:nvSpPr>
        <p:spPr>
          <a:xfrm>
            <a:off x="1207008" y="172821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1226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API, UI, data and steps each own a single responsibility.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06240" y="17647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0624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5" name="Text 13"/>
          <p:cNvSpPr/>
          <p:nvPr/>
        </p:nvSpPr>
        <p:spPr>
          <a:xfrm>
            <a:off x="4681728" y="172821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11226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 calls in step files; no assertions inside page objects.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20" name="Text 18"/>
          <p:cNvSpPr/>
          <p:nvPr/>
        </p:nvSpPr>
        <p:spPr>
          <a:xfrm>
            <a:off x="1207008" y="291693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pages expose behaviour, not raw locators.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06240" y="29535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20624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5" name="Text 23"/>
          <p:cNvSpPr/>
          <p:nvPr/>
        </p:nvSpPr>
        <p:spPr>
          <a:xfrm>
            <a:off x="4681728" y="291693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parameterized, anchored on stable attributes or text.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414223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142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30" name="Text 28"/>
          <p:cNvSpPr/>
          <p:nvPr/>
        </p:nvSpPr>
        <p:spPr>
          <a:xfrm>
            <a:off x="1207008" y="410565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Step Definitions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48970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call pages/clients — logic lives one layer down.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977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206240" y="41422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06240" y="4142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8" dirty="0"/>
          </a:p>
        </p:txBody>
      </p:sp>
      <p:sp>
        <p:nvSpPr>
          <p:cNvPr id="35" name="Text 33"/>
          <p:cNvSpPr/>
          <p:nvPr/>
        </p:nvSpPr>
        <p:spPr>
          <a:xfrm>
            <a:off x="4681728" y="410565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Pattern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6240" y="448970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is built per-scenario, never shared as a fixture.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303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860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060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060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 Client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434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34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634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/ Builder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208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7208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 API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&amp; CLIENTS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&amp; API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XPath — never absolute or index-based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596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96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locators, templated with %s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locator class (Xp)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649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$x() for every element lookup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Xp.addToCart("SKU-BAG")  →  $x(String.format(TPL, name))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5577840" cy="2788920"/>
          </a:xfrm>
          <a:prstGeom prst="roundRect">
            <a:avLst>
              <a:gd name="adj" fmla="val 26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ONE CLIENT PER RESOURCE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21284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2304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AuthClient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6151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token issuance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961120" y="221284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098280" y="2304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ProductClient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26151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catalogue reads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09360" y="326440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46520" y="3355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CartClient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66674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creation &amp; items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961120" y="326440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98280" y="3355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OrderClient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98280" y="366674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fetch, cancel orders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WORKFLOW — SEARCH TO CART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Xp.product()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6324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8328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8328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AuthClient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1792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ProductClient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3252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5256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525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CartClient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 Database Migration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22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V1__schema.sql + V2__seed.sql — public reference data only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Isolation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82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class gets its own throwaway Postgres instance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8" name="Text 16"/>
          <p:cNvSpPr/>
          <p:nvPr/>
        </p:nvSpPr>
        <p:spPr>
          <a:xfrm>
            <a:off x="114300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242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Per-scenario data, never a shared fixture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89320" y="1691640"/>
            <a:ext cx="0" cy="429768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DISCIPLINE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2011680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6903720" y="19933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Resolver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→ CI secret store → git-ignored local file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355080" y="2907792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69037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3182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tokens sourced off-repo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55080" y="3803904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55080" y="3803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6903720" y="37856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Passwords in Git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40782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secrets.local.properties is git-ignored and gitleaks-scanned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355080" y="4700016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55080" y="4700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903720" y="46817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Token Generation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49743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 issued via AuthClient — never printed or logged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691640"/>
            <a:ext cx="32918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4068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691640"/>
            <a:ext cx="21945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1691640"/>
            <a:ext cx="19659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3836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194560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21945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97280" y="219456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97280" y="2194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8912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4068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2194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4380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38360" y="2194560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738360" y="21945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2761488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" y="27614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97280" y="2761488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97280" y="27614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8912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8912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4068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4068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9224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43800" y="2761488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54380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738360" y="2761488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738360" y="276148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3328416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48640" y="33284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97280" y="332841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097280" y="33284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38912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38912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4068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44068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9224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9224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543800" y="33284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54380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738360" y="3328416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738360" y="332841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8640" y="3895344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48640" y="389534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97280" y="3895344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097280" y="38953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38912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38912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44068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44068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49224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49224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543800" y="3895344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54380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403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9738360" y="3895344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9738360" y="38953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4462272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548640" y="44622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1097280" y="4462272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097280" y="44622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38912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38912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44068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44068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49224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649224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543800" y="44622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754380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409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9738360" y="446227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9738360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548640" y="5029200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48640" y="50292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38912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38912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44068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544068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49224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649224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543800" y="5029200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7543800" y="5029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409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9738360" y="5029200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9738360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105" name="Text 103"/>
          <p:cNvSpPr/>
          <p:nvPr/>
        </p:nvSpPr>
        <p:spPr>
          <a:xfrm>
            <a:off x="548640" y="57790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gate-critical  ·  P1 = required  ·  P2 = stretch  ·  all six scenarios exercise UI, API, DB and a security negative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End-to-End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852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852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312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40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40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6300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9828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9828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A3572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3383280"/>
            <a:ext cx="1760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2346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A3572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2346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38060" y="3383280"/>
            <a:ext cx="1760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828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F6FED"/>
          </a:solidFill>
          <a:ln/>
          <a:effectLst>
            <a:outerShdw blurRad="63500" dist="254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9828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Database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FACT, VERIFIED WHERE IT LIVES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868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32588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shows status PLACED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8056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493776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8056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 returns PLACED, correct total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9244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9244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854964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9244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PLACED row exists for the customer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371600" y="23042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25968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trend at a glance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68680" y="3044952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runs restored in CI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68680" y="3758184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371600" y="373075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defect · test defect · flaky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1371600" y="444398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47365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by area, one screen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68680" y="5184648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5184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1371600" y="515721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Redaction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4498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passwords masked as ****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172200" y="16459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1874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 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23317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92240" y="23317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2304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Tour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680960" y="25603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locators, builders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492240" y="304495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92240" y="304495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3017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&amp; E2E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0" y="3273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run + checkout, 3 layers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492240" y="3758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0" y="3758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37307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680960" y="39867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redaction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492240" y="44714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92240" y="44714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min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4443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Negative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680960" y="47000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→ 403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492240" y="518464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92240" y="5184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min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5157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680960" y="54132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self-assessment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98882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988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261872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46520" y="198882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1988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976872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matches the standard, thin steps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04038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261872" y="2788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46520" y="304038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976872" y="2788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409194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4091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1261872" y="38404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repeat run, identical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8404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46520" y="409194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4091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6976872" y="38404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clean gitleaks scan, resolver in use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1520" y="514350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520" y="51435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1261872" y="4892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negative (403) passing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8920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46520" y="514350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51435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976872" y="4892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demo, recording verified secret-free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Automation Framework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structure scales cleanly into the capstone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API, UI &amp; Database 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proven at its correct layer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838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8388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Best Practices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parameterized, never absolute or indexed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Test Data Management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resolved off-repo, masked everywhere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25196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8056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8056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Test Isolation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8056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removes cross-test data flake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9552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8388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18388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Reporting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8388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history, categories and redaction together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34440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1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3172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3717036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37033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https://github.com/Rishika-UST/rishika_week06_gate6.git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3172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74320" y="-3200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313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-914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926080" cy="0"/>
          </a:xfrm>
          <a:prstGeom prst="line">
            <a:avLst/>
          </a:prstGeom>
          <a:noFill/>
          <a:ln w="12700">
            <a:solidFill>
              <a:srgbClr val="3C47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681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1927</Words>
  <Application>Microsoft Office PowerPoint</Application>
  <PresentationFormat>Widescreen</PresentationFormat>
  <Paragraphs>379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Rishika B</cp:lastModifiedBy>
  <cp:revision>2</cp:revision>
  <dcterms:created xsi:type="dcterms:W3CDTF">2026-07-12T11:31:13Z</dcterms:created>
  <dcterms:modified xsi:type="dcterms:W3CDTF">2026-07-12T12:25:25Z</dcterms:modified>
</cp:coreProperties>
</file>